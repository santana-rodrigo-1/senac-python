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5" r:id="rId16"/>
    <p:sldId id="276" r:id="rId17"/>
    <p:sldId id="277" r:id="rId18"/>
    <p:sldId id="278" r:id="rId19"/>
    <p:sldId id="27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46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Mesa e Depuração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(Debugging)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66928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(240 min) · Pré-requisitos: Aulas 1 a 6 · SENAC-RJ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 1 · conceitos-relâmpago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levantada — resposta rápida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BE9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REAQUEC.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173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algoritmo?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sempre devolve o quê?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× == ?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// 3 e 10 % 3 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956048" y="141732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exige tudo ou basta um? E or?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× while: quando cada um?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acumulador?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paro um loop infinito? 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 2 · “o que este código faz?”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 — isto já é um mini teste de mesa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BE9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REAQUEC.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21792" y="1435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f-string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1746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print(f"{nome} terá {idade+1}")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32588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828032" y="1435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// e 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28032" y="1746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print(troco//10, troco%10)  # 27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21792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condicional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1792" y="3163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nota=6 → if/elif/else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274320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828032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· loop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28032" y="3163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soma=0; for i in range(1,4): soma+=i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 3 · o gancho de hoje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conta “de cabeça” ao método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BE9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REAQUEC.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No Trecho D, como vocês descobriram que dava 6?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4A90D9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40080" y="27432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sacada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acabaram de fazer, de cabeça, exatamente o que vamos formalizar hoje: RODAR O CÓDIGO NA MÃO, acompanhando as variáveis. Isso é o TESTE DE MESA — uma das habilidades mais valorizadas de um programador.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371600" cy="13716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20370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9659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Mesa e Depuração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487168" y="27889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Virar o computador e caçar bugs.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teste de mesa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código à mão, rastreando variáveis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🧾 O contador conferindo o balanço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confiar na planilha, ele refaz as contas à mão, célula por célula. Teste de mesa é isso: refazer a execução para CONFERIR.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28803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saída sem rodar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erros de lógica (roda, mas erra)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código de outra pessoa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937760" y="13258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120640" y="13258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Dado de mercado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Programadores passam mais tempo LENDO e CORRIGINDO do que escrevendo — a proporção chega a 10:1. Saber depurar É o trabalho.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283464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102352" y="2834640"/>
            <a:ext cx="3419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Por que conferir na mão?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computador diz O QUE aconteceu, não POR QUÊ. Em entrevistas: “o que este código imprime?” é teste de mesa puro.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tipos de erro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tipo muda a estratégia de busca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669280" cy="21945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aparece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de “gramática” (falta um) 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rodar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quebra ao rodar (10/0)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rodar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roda, mas dá resultado errado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avisa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309360" y="1371600"/>
            <a:ext cx="2377440" cy="2651760"/>
          </a:xfrm>
          <a:prstGeom prst="roundRect">
            <a:avLst>
              <a:gd name="adj" fmla="val 3462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649224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✉️ A carta</a:t>
            </a:r>
            <a:endParaRPr lang="en-US" sz="1350" dirty="0"/>
          </a:p>
        </p:txBody>
      </p:sp>
      <p:sp>
        <p:nvSpPr>
          <p:cNvPr id="9" name="Text 8"/>
          <p:cNvSpPr/>
          <p:nvPr/>
        </p:nvSpPr>
        <p:spPr>
          <a:xfrm>
            <a:off x="6492240" y="1810512"/>
            <a:ext cx="2103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ortografia
</a:t>
            </a: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o impossível
</a:t>
            </a: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perfeita, mas no endereço errado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411480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621792" y="4114800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ÚLTIMA linha do erro: diz o tipo e a linha. O de lógica é silencioso.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erros ao vivo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mais perigoso?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2468880"/>
          </a:xfrm>
          <a:prstGeom prst="roundRect">
            <a:avLst>
              <a:gd name="adj" fmla="val 2222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SINTAXE (nem roda)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print("oi"        # falta 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EXECUÇÃO (quebra)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int("abc")        # ValueError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LÓGICA (roda e erra!)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= 8 + 6 / 2   # dá 11, não 7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37160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 mais perigoso: LÓGICA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NÃO reclama. Entrega 11 com toda confiança. Contra ele, o teste de mesa é a arma.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0" y="29260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33872" y="2926080"/>
            <a:ext cx="2688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Classifique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preco*10 no lugar de *0.10 → qual tipo? (lógica)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de teste de mesa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central — rastreie linha por linha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0723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= 0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4):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= soma + i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print(soma)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108960"/>
            <a:ext cx="3054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Conduza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range(1,4) gera 1,2,3 (“para um antes”). Preencha célula por célula.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371600"/>
          <a:ext cx="4572000" cy="257860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antes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depois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imprime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duplas · o teste que pega o padrão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a tabela e descubra a conta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1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5):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 = resultado * 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print(resultado)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108960"/>
            <a:ext cx="3877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Que conta é essa?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FATORIAL de 4: 1×2×3×4 = 24.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3657600" cy="2514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 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Depuração 1 · print de rastreio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“detetive” — universal e simples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1737360"/>
          </a:xfrm>
          <a:prstGeom prst="roundRect">
            <a:avLst>
              <a:gd name="adj" fmla="val 315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preco in [10, 20, 30]: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preco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print(f"[DEBUG] {preco=} {total=}")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03504" y="33741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786384" y="33741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969264" y="33741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21792" y="3575304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[DEBUG] preco=10 total=10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[DEBUG] preco=20 total=30 ...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0" y="137160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852160" y="13716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Boa prática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com [DEBUG] para achar fácil e REMOVA antes de entregar. Print esquecido = descuido.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669280" y="29718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833872" y="2971800"/>
            <a:ext cx="2688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prints mostram a “vida” das variáveis a cada volta — igual à tabela, mas ao vivo.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Depuração 2 · debugger do VS Code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profissional — vale por mil prints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12064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17904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à esquerda do nº da linha → bolinha vermelha (breakpoint)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→ roda em modo debug; PAUSA na bolinha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VARIABLES → mostra o valor atual de cada variável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→ avança UMA linha por vez; veja as variáveis mudando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de novo → segue até o próximo breakpoint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60720" y="13716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943600" y="1371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A conexão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teste de mesa AUTOMÁTICO: o VS Code preenche a tabela para você, ao vivo.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2880360"/>
            <a:ext cx="292608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943600" y="28803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
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rodar/continuar · F10 próxima linha · breakpoint = bolinha vermelha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Depuração 3 · pato de borracha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piada, é técnica real e famosa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🦆 Rubber duck debugging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920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seu código, em voz alta, linha por linha, para um objeto (tradicionalmente um patinho de borracha). Verbalizar FORÇA você a perceber onde o raciocínio furou.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40080" y="30906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 o bug aparece no meio da explicação, antes de terminar. 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caçando bugs ao vivo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bugs clássicos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21792" y="1499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🧮 Precedência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" y="1938528"/>
            <a:ext cx="2331720" cy="54864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13232" y="1938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= n1 + n2/2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" y="2606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11.0, não 7 → (n1+n2)/2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410712" y="1499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🔁 Contador esquecido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410712" y="1938528"/>
            <a:ext cx="2331720" cy="54864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502152" y="1938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c&lt;=3 sem c+=1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10712" y="2606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infinito → Ctrl+C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199632" y="1499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💸 Tipo/valor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99632" y="1938528"/>
            <a:ext cx="2331720" cy="54864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291072" y="1938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comissao = vendas*5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99632" y="2606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25000?! → *0.05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21792" y="397764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Lição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NUNCA reclamou (lógica). Só o teste de mesa / print pegou.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atividades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mesa é a atividade central (PTD)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🧑‍🏫 Guiados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840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x=5; y=x*2; x=x+1 (saída 6 10 — pega o erro comum)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 o bug de precedência em a+b+c/3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Rastreio com print num loop que conta vogais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56048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🧑‍💻 Sozinho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56048" y="1828800"/>
            <a:ext cx="3611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Mesa:  </a:t>
            </a: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a=3;b=a;a=10 (10 3) · soma range(2,6) · fatorial com while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 </a:t>
            </a: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"Total: "+10 · while sem parada · desconto *15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 </a:t>
            </a: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mesa do troco de 87 (// e %)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 </a:t>
            </a: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caixa da Aula 6 não soma o último item — ache com prints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· Caça ao Bug JWC Tech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 “quebrada” — ache os bugs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029200" cy="2514600"/>
          </a:xfrm>
          <a:prstGeom prst="roundRect">
            <a:avLst>
              <a:gd name="adj" fmla="val 2182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718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salario=3000; h_extra=10; v_hora=25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Bug 1: precedência? (prove na mesa)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salario + h_extra * v_hora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Bug 2: INSS é 11% (0.11), não 11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inss = total * 11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liquido = total - inss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print(f"Líquido: R$ {liquido:.2f}")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554480"/>
          </a:xfrm>
          <a:prstGeom prst="roundRect">
            <a:avLst>
              <a:gd name="adj" fmla="val 5294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481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Condução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160" y="18288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 por acaso (× antes de +)
</a:t>
            </a: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×11 → ×0.11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0" y="30632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852160" y="3063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após correção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3250 · INSS 357,50 · líquido R$ 2.892,50. Confira no debugger (F10).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essencial da aula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697480"/>
          </a:xfrm>
          <a:prstGeom prst="roundRect">
            <a:avLst>
              <a:gd name="adj" fmla="val 30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544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mesa = rodar o código à mão numa TABELA de variáveis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erros: sintaxe (não roda) · execução (quebra) · lógica (roda errado)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 lógica é o mais perigoso — só a mesa/testes pegam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93192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956048" y="15544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Depuração: print de rastreio · debugger (breakpoint+F5+F10) · pato de borracha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última linha do erro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Depurar é a MAIOR parte do trabalho real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&gt;&gt;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Aula 8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(def)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código repete cálculos que poderiam ser reaproveitados — e, quanto maior o programa, mais difícil testar cada pedaço. A solução: quebrar em blocos reutilizáveis e testáveis.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8: criar funções (def) com parâmetros e retorno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mais limpo, organizado e MUITO mais fácil de depurar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de mesa fica simples: testa-se uma função pequena de cada vez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7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5156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7 concluída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Virar o computador, ler com atenção e caçar bugs como profissional.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Próxima: Aula 8 — Funções (def, parâmetros e retorno)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1760</Words>
  <Application>Microsoft Office PowerPoint</Application>
  <PresentationFormat>Apresentação na tela (16:9)</PresentationFormat>
  <Paragraphs>277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3</cp:revision>
  <dcterms:created xsi:type="dcterms:W3CDTF">2026-07-27T16:36:17Z</dcterms:created>
  <dcterms:modified xsi:type="dcterms:W3CDTF">2026-08-03T11:14:04Z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2026-08-03T11:10:49Z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6538eb56-96df-4c9f-be17-3b51a5060b53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