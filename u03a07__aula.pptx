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9556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194560"/>
            <a:ext cx="1463040" cy="128016"/>
          </a:xfrm>
          <a:prstGeom prst="rect">
            <a:avLst/>
          </a:prstGeom>
          <a:solidFill>
            <a:srgbClr val="00A8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PROGRAMAÇÃO EM PYTHON · SENAC-RJ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07 — Início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Django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526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EBE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Desenvolver Aplicações Back-end para Web com Python  ·  4h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Abertura — a virada para a web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JWC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aqui, programas rodando no terminal. A partir de hoje: uma aplicação web de verdade.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JWC precisa do site da empresa — e vocês vão construí-lo com o Django.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i="1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bem prática: pouca teoria, muito terminal — a primeira página do Django no ar.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07 — Início do Django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88920"/>
            <a:ext cx="1280160" cy="109728"/>
          </a:xfrm>
          <a:prstGeom prst="rect">
            <a:avLst/>
          </a:prstGeom>
          <a:solidFill>
            <a:srgbClr val="00A8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148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framework Django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4526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EBE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é, por que usar e como um projeto é organizado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o Django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framework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framework web em Python: um kit pronto para construir sites e sistemas.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'Baterias inclusas': já traz banco de dados, admin, autenticação, segurança e rotas.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i="1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Analogia: em vez de construir a casa tijolo por tijolo, você recebe a estrutura pronta e monta os cômodos.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07 — Início do Django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estrutura de um projeto Django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🗂️ estrutura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10424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meuprojeto/
├── manage.py          # comando central do projeto
├── meuprojeto/        # configuracoes do projeto
│   ├── settings.py    # ajustes (apps, banco, etc.)
│   ├── urls.py        # rotas (enderecos)
│   └── wsgi.py
└── meuapp/            # um app (parte do sistema)
    ├── views.py       # o que responde a cada rota
    └── models.py      # os dados (proximas aulas)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manage.py é o controle-remoto do projeto. settings.py e urls.py são os que mais mexeremos.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07 — Início do Django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88920"/>
            <a:ext cx="1280160" cy="109728"/>
          </a:xfrm>
          <a:prstGeom prst="rect">
            <a:avLst/>
          </a:prstGeom>
          <a:solidFill>
            <a:srgbClr val="00A8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148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Mão na massa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4526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EBE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comandos, do zero até o servidor no ar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Instalar o Django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passo 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10424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 o ambiente virtual ativado:
</a:t>
            </a:r>
            <a:r>
              <a:rPr lang="en-US" sz="17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Django
django-admin --version   # confere a instalacao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Django é instalado dentro do venv do projeto — é a boa prática.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07 — Início do Django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2) Criar o projeto — atenção ao ponto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passo 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10424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django-admin startproject meuprojeto .
</a:t>
            </a:r>
            <a:r>
              <a:rPr lang="en-US" sz="17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                          ^
#   o '.' (ponto) cria o projeto na RAIZ da pasta atual
#   sem o ponto, o Django cria uma pasta a mais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ponto final evita uma pasta duplicada. É o detalhe que mais confunde no começo.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07 — Início do Django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3) Criar um app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passo 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10424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django-admin startapp meuapp
</a:t>
            </a:r>
            <a:r>
              <a:rPr lang="en-US" sz="17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projeto = o todo;  app = uma parte do sistema
# depois, registre o app em settings.py (INSTALLED_APPS)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projeto pode ter vários apps (ex.: produtos, usuários). Cada app cuida de uma parte.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07 — Início do Django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4) Subir o servidor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passo 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10424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manage.py runserver
</a:t>
            </a:r>
            <a:r>
              <a:rPr lang="en-US" sz="17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abra no navegador:
# http://127.0.0.1:8000/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aparecer o foguete do Django no navegador, está no ar! ✅ Ctrl+C para parar.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07 — Início do Django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Mudança de porta (se necessário)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dica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10424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porta padrao ocupada? use outra:
</a:t>
            </a:r>
            <a:r>
              <a:rPr lang="en-US" sz="17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manage.py runserver 8080
</a:t>
            </a:r>
            <a:r>
              <a:rPr lang="en-US" sz="17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acesse entao:
# http://127.0.0.1:8080/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 'That port is already in use'? Troque a porta ou feche o servidor anterior.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07 — Início do Django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88920"/>
            <a:ext cx="1280160" cy="109728"/>
          </a:xfrm>
          <a:prstGeom prst="rect">
            <a:avLst/>
          </a:prstGeom>
          <a:solidFill>
            <a:srgbClr val="00A8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148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Desafios do encontro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4526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EBE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Praticar criando projetos do zero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Desafios da aula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desafio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🧑‍💻 Criar um projeto novo do zero — da instalação até o runserver no ar.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🧑‍💻 Mostrar a mudança de porta, se precisar.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🧑‍💻 Criar mais dois projetos de treino: academia e senacrj (podem ser excluídos depois).</a:t>
            </a:r>
            <a:r>
              <a:rPr lang="en-US" sz="1700" i="1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Repetir os passos fixa o fluxo: startproject → startapp → runserver.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07 — Início do Django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Erros comuns (mostre e conserte)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atenção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'django-admin não é reconhecido' → o venv não está ativado ou o Django não foi instalado.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pasta a mais do projeto → faltou o ponto (.) no startproject.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'That port is already in use' → servidor já rodando; troque a porta ou dê Ctrl+C.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07 — Início do Django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 &amp; próximos passos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fecho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Django = framework web 'baterias inclusas' em Python.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 install Django → startproject . → startapp → runserver.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ponto (.) no startproject e a troca de porta.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Conhecemos a estrutura: manage.py, settings.py, urls.py, views.py.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➡️ Próxima aula: páginas e navegação — links entre 'home' e 'produtos'.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07 — Início do Django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886</Words>
  <Application>Microsoft Office PowerPoint</Application>
  <PresentationFormat>Widescreen</PresentationFormat>
  <Paragraphs>101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8" baseType="lpstr">
      <vt:lpstr>Arial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Mario Alberto Aragao Duarte</cp:lastModifiedBy>
  <cp:revision>2</cp:revision>
  <dcterms:created xsi:type="dcterms:W3CDTF">2026-09-15T13:53:24Z</dcterms:created>
  <dcterms:modified xsi:type="dcterms:W3CDTF">2026-09-18T19:32:07Z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c88f678-0b6e-4995-8ab3-bcc8062be905_Enabled">
    <vt:lpwstr>true</vt:lpwstr>
  </property>
  <property fmtid="{D5CDD505-2E9C-101B-9397-08002B2CF9AE}" pid="3" name="MSIP_Label_5c88f678-0b6e-4995-8ab3-bcc8062be905_SetDate">
    <vt:lpwstr>2026-09-18T19:32:05Z</vt:lpwstr>
  </property>
  <property fmtid="{D5CDD505-2E9C-101B-9397-08002B2CF9AE}" pid="4" name="MSIP_Label_5c88f678-0b6e-4995-8ab3-bcc8062be905_Method">
    <vt:lpwstr>Standard</vt:lpwstr>
  </property>
  <property fmtid="{D5CDD505-2E9C-101B-9397-08002B2CF9AE}" pid="5" name="MSIP_Label_5c88f678-0b6e-4995-8ab3-bcc8062be905_Name">
    <vt:lpwstr>Ostensivo</vt:lpwstr>
  </property>
  <property fmtid="{D5CDD505-2E9C-101B-9397-08002B2CF9AE}" pid="6" name="MSIP_Label_5c88f678-0b6e-4995-8ab3-bcc8062be905_SiteId">
    <vt:lpwstr>d0c698d4-e4ea-4ee9-a79d-f2d7a78399c8</vt:lpwstr>
  </property>
  <property fmtid="{D5CDD505-2E9C-101B-9397-08002B2CF9AE}" pid="7" name="MSIP_Label_5c88f678-0b6e-4995-8ab3-bcc8062be905_ActionId">
    <vt:lpwstr>32b63f86-7e04-4940-aacf-f68ce0101a70</vt:lpwstr>
  </property>
  <property fmtid="{D5CDD505-2E9C-101B-9397-08002B2CF9AE}" pid="8" name="MSIP_Label_5c88f678-0b6e-4995-8ab3-bcc8062be905_ContentBits">
    <vt:lpwstr>0</vt:lpwstr>
  </property>
  <property fmtid="{D5CDD505-2E9C-101B-9397-08002B2CF9AE}" pid="9" name="MSIP_Label_5c88f678-0b6e-4995-8ab3-bcc8062be905_Tag">
    <vt:lpwstr>10, 3, 0, 1</vt:lpwstr>
  </property>
</Properties>
</file>