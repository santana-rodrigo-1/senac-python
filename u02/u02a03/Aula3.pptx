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84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869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Externo, Interatividade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Multimídia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Concluindo a home page com estilo profissional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3.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 CSS em arquivo externo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estilo para css/estilo.css e ligar com &lt;link&gt;. Entender in-line × incorporado × externo.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variáveis e a tag &lt;a&gt;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da marca com :root/var(); links com target="_blank" e rel="noopener".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a página interativa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 :hover, transições e border-radius (refinamento visual).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a home com multimídia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Áudio, vídeo e integração com mapas.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 demos as primeiras cores. Hoje organizamos o CSS, deixamos o site interativo e concluímos a home.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de hoje está "solto" dentro do HTML (no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Isso funciona, mas quando o site cresce e ganha várias páginas, vira bagunça. A solução profissional é tirar o estilo do HTML e guardá-lo num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só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css/estilo.css.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hoje o site também ganha vida: </a:t>
            </a: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 botões e links reagirem ao mouse, o </a:t>
            </a: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arredonda os cantos, e áudio/vídeo/mapa completam a página.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 Curiosidade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CSS foi criado em 1996 por Håkon Wium Lie, com uma ideia simples e revolucionária: separar o CONTEÚDO (HTML) da APARÊNCIA (CSS).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disso, cor e fonte eram escritas dentro de cada tag — um pesadelo para manter.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"Cascata" (o C de CSS) é a regra de desempate: quando dois estilos brigam, vence o mais específico / o último.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formas de usar CSS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atributo style da própria tag.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para 1 detalhe; polui o HTML e não reaproveita.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0B4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Incorporado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tag &lt;style&gt;, no &lt;head&gt; (o que usamos na Aula 2).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1 página; não serve para o site inteiro.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48463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D7A6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4526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arquivo .css ligado por &lt;link&gt; (o alvo de hoje).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mercado: reaproveita, organiza e usa cache.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tirar o CSS do HTML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recorte o conteúdo do &lt;style&gt; e cole no arquivo css/estilo.css (sem as tags &lt;style&gt;):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51572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css/estilo.css */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 font-family: Arial; }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  { color: #FF6B35; }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{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#E3E8EF;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no &lt;head&gt; do index.html, troque o &lt;style&gt; por um &lt;link&gt;: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704088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13232" y="4882896"/>
            <a:ext cx="6711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 href="css/estilo.css"&gt;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separar?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arquivo estiliza várias páginas; você muda uma cor num lugar e o site inteiro acompanha; o navegador guarda o CSS em cache (site mais rápido). É o jeito que o mercado usa.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CSS — cores num lugar só (:root)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as cores da marca uma vez em :root e use com var() em qualquer regra. Mudou o :root, mudou o site todo.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107350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--laranja: #FF6B35;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--azul:    #0D1B2A;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    { color: var(--laranja); }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 background-color: var(--azul); 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profissional: identidade visual centralizada. Trocar a cor da marca deixa de ser "procurar e substituir" em 200 linhas.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tag &lt;a&gt; — links por dentro e por fora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interno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para uma seção da própria página (âncora).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846320" y="1856232"/>
            <a:ext cx="653796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10912" y="1984248"/>
            <a:ext cx="6208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href="#produtos"&gt;Produtos&lt;/a&gt;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externo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outro site. target="_blank" abre em nova aba.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846320" y="3319272"/>
            <a:ext cx="653796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10912" y="3447288"/>
            <a:ext cx="6208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href="https://instagram.com" target="_blank"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rel="noopener noreferrer"&gt;Instagram&lt;/a&gt;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4727448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/ telefone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app de e-mail ou a discagem.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846320" y="4782312"/>
            <a:ext cx="653796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10912" y="4910328"/>
            <a:ext cx="6208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href="mailto:contato@sneakzone.com.br"&gt;E-mail&lt;/a&gt;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608076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7240" y="6080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rel="noopener noreferrer":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 de segurança ao usar target="_blank" (evita que a nova aba acesse a sua página).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64640" y="457200"/>
            <a:ext cx="1000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:hover e transições — a página responde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Pseudo-classe :hover aplica um estilo quando o mouse passa por cima. Com transition, a mudança fica suave.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662025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var(--laranja);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.2s;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#E85A26;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22860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095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usar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9260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que escurecem ao passar o mouse;</a:t>
            </a:r>
            <a:endParaRPr lang="en-US" sz="125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do menu que mudam de cor;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que ganham uma sombra ao passar.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Refinamento visual: de quadradão a profissional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6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237744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retos, sem sombra, sem reação ao mouse.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498348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41832" y="4288536"/>
            <a:ext cx="46542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8px;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var(--laranja);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0 2px 8px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rgba(0,0,0,.15);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  <a:effectLst>
            <a:outerShdw blurRad="762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Cantos arredondados, sombra suave e :hover que escurece. Use o w3schools.com para explorar a sintaxe com a turma.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Multimídia — concluindo a home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847088" y="219456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847088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Áudio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96112" y="3785616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 src="audio/spot.mp3"&gt;&lt;/audio&gt;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19202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577840" y="219456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57784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272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62272" y="36576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626864" y="3785616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 width="320" src="video/tenis.mp4"&gt;&lt;/video&gt;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10144" y="19202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08592" y="21945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308592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93024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93024" y="365760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357616" y="3785616"/>
            <a:ext cx="2825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src="...maps...&amp;output=embed"&gt;&lt;/iframe&gt;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controls mostra os botões de play/pause. O mapa entra como um &lt;iframe&gt; (código do "Compartilhar &gt; Incorporar" do Google Maps).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mesmas técnicas em qualquer site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externo, variáveis e :hover valem para tudo.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114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externo / variáveis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Interatividade / mídia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E-commerce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Cores da marca em :root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"comprar" com :hover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📰 Portal de notícias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Tipografia num css externo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de matéria mudando no hover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👩‍💻 Portfólio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pessoal em variáveis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Vídeo de apresentação + mapa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🍕 Restaurante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 apetitosa centralizada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da unidade + botão de 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externo + variáveis = mudar o visual do site inteiro num arquivo só. É o que equipes esperam.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cor/espaçamento são a base de sistemas de design (o que o Bootstrap faz por baixo).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cores e foco visível (:hover/:focus) são exigências de usabilidade.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CSS externo fica em cache no navegador — páginas seguintes carregam mais rápido.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e MDN são as referências que todo dev consulta o tempo todo.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Comente por blocos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Cabeçalho */ organiza o estilo.css quando ele cresce.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variáveis claros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--laranja é ok; melhor ainda --cor-primaria (fala da função, não da cor).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curta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 a 0.3s: rápido o bastante para parecer fluido, não lento.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:hover sempre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botão/link clicável deve reagir — o usuário precisa do feedback.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por iframe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"Compartilhar &gt; Incorporar um mapa" no Google Maps; copie o &lt;iframe&gt;.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CSS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jigsaw.w3.org/css-validator acha erros de sintaxe (ponto e vírgula esquecido).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nasceu em 1996; hoje tem mais de 500 propriedades — mas ~20 resolvem o dia a 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(--cor) chegaram ao CSS em 2017 — antes, só existiam via pré-processadores (Sass).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:hover não funciona em telas de toque (celular): planeje o mobile pensando nisso.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arquivo CSS externo pode estilizar milhões de páginas — a Wikipédia faz isso.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"Cascata" (CSS) = regra de desempate por especificidade; por isso o in-line quase sempre vence.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quando usar cada um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in-line × externo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In-line só para um teste rápido. Externo para o projeto de verdade (organiza e reaproveita).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 fixa × var(--cor)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quando a cor se repete (a marca). Cor fixa para algo pontual e único.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&lt;a&gt; interno × externo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 (#secao) navega na mesma página. Externo (https://) leva a outro site — com target/rel.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:hover × :focus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= mouse por cima. focus = elemento selecionado (teclado). Bom site cuida dos dois.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da aula: concluir a home (JWC)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finaliza a home do próprio segmento.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6766560" cy="4114800"/>
          </a:xfrm>
          <a:prstGeom prst="roundRect">
            <a:avLst>
              <a:gd name="adj" fmla="val 2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entrega de hoje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o CSS para css/estilo.css e ligar com &lt;link&gt;.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variáveis :root com as cores da sua marca.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:hover nos botões e links do menu (com transition).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Arredondar cards/botões (border-radius) e uma sombra leve.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a home com um mapa (iframe) na seção de contato.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874520"/>
            <a:ext cx="4023360" cy="4114800"/>
          </a:xfrm>
          <a:prstGeom prst="roundRect">
            <a:avLst>
              <a:gd name="adj" fmla="val 2045"/>
            </a:avLst>
          </a:prstGeom>
          <a:solidFill>
            <a:srgbClr val="FFF6F3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18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Desafio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4688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 &lt;video&gt; de apresentação; </a:t>
            </a:r>
            <a:endParaRPr lang="en-US" sz="1200" dirty="0"/>
          </a:p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variável --cor-primaria e troque a marca inteira mudando só 1 linha; 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todo link externo com target="_blank" e rel="noopener".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formas de CSS: in-line, incorporado e externo — o externo (css/estilo.css + &lt;link&gt;) é o padrão.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:root/var() centralizam as cores da marca.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&lt;a&gt;: interno (#), externo (target="_blank" + rel="noopener"), mailto/tel.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 + transition deixam a página interativa e com feedback.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border-radius, background-color e box-shadow dão o acabamento profissional.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Multimídia: &lt;audio&gt;, &lt;video controls&gt; e mapa por &lt;iframe&gt; concluem a home.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AULA 3 (CSS)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+-------+-------+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ORGANIZAR    INTERAGIR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externo      :hover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:root/var   transition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&lt;link&gt;      border-radius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tag &lt;a&gt;    MULTIMÍDIA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target/rel  audio/video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mapa (iframe)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 — Tabelas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montar a tabela de fretes e prazos: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table, thead, tbody, tr, th, td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a mesclagem de células com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estilizando tudo com classes no CSS.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paleta final da sua marca (2-3 cores) e deixe-a pronta nas variáveis :root do seu estilo.css.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"Escreva a linha que liga o CSS externo ao HTML e uma regra com :hover. Explique o que cada uma faz."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1812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fixou CSS externo + interatividade.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home está pronta.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organizado, site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interativo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concluído com multimídia. Na Aula 4, entram as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0A8B75B1-2AC9-4C86-BBAB-77E2FE342E14}"/>
</file>

<file path=customXml/itemProps2.xml><?xml version="1.0" encoding="utf-8"?>
<ds:datastoreItem xmlns:ds="http://schemas.openxmlformats.org/officeDocument/2006/customXml" ds:itemID="{7E757527-3963-4255-81EA-70C69A582974}"/>
</file>

<file path=customXml/itemProps3.xml><?xml version="1.0" encoding="utf-8"?>
<ds:datastoreItem xmlns:ds="http://schemas.openxmlformats.org/officeDocument/2006/customXml" ds:itemID="{E9D3606D-A85C-4576-935B-AAECD94E18E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Microsoft Office PowerPoint</Application>
  <PresentationFormat>Widescreen</PresentationFormat>
  <Paragraphs>283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3 — CSS Externo, Interatividade e Multimídia</dc:title>
  <dc:subject>PptxGenJS Presentation</dc:subject>
  <dc:creator>SENAC-RJ</dc:creator>
  <cp:lastModifiedBy>Mario Alberto Aragao Duarte</cp:lastModifiedBy>
  <cp:revision>2</cp:revision>
  <dcterms:created xsi:type="dcterms:W3CDTF">2026-08-24T11:58:53Z</dcterms:created>
  <dcterms:modified xsi:type="dcterms:W3CDTF">2026-08-24T12:12:59Z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2026-08-24T12:12:59Z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417a97b4-b5c4-489b-b4a0-f8254d782773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