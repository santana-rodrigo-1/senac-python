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4" r:id="rId16"/>
    <p:sldId id="275" r:id="rId17"/>
    <p:sldId id="27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83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8869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4</a:t>
            </a:r>
            <a:endParaRPr lang="en-US" sz="300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Tabelas e Classes no CSS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04672" y="35661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A tabela de fretes e a base do Bootstrap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4 (avaliativa).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tabelas em HTML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dados em linhas e colunas: table, thead, tbody, tr, th, td.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Mesclar células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colunas/linhas com colspan (e rowspan).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CLASSES no CSS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classes (.nome) e reaproveitá-las — a base para o Bootstrap.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Estilizar a tabela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Deixar a tabela de fretes profissional e responsiva com classes.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Introdução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dado cabe num parágrafo. Alguns pedem linhas e colunas: a tabela.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por região, horários, tamanhos, comparativos... quando a informação tem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linhas e colunas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ferramenta certa é a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Hoje montamos a tabela de fretes da SneakZone.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vem a grande novidade da aula: as </a:t>
            </a: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CSS. Elas permitem dar um "apelido" a vários elementos e estilizá-los de uma vez — é exatamente assim que o </a:t>
            </a: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funciona (Aula 7).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📊  Curiosidade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anos 1990, sites inteiros eram construídos DENTRO de tabelas para criar colunas e layout — era a única forma.</a:t>
            </a:r>
            <a:endParaRPr lang="en-US" sz="1250" dirty="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virou má prática: hoje layout é com CSS (flexbox/grid) e tabela serve só para DADOS tabulares.</a:t>
            </a:r>
            <a:endParaRPr lang="en-US" sz="12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tabela pra "posicionar" coisas é um erro clássico que denuncia código antigo.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anatomia de uma tabela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19656"/>
            <a:ext cx="6437376" cy="4041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            &lt;- cabeçalho da tabela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             &lt;- tr = table row (linha)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&lt;th&gt;Região&lt;/th&gt;   &lt;- th = célula de CABEÇALHO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&lt;th&gt;Prazo&lt;/th&gt;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            &lt;- corpo (os dados)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&lt;td&gt;Sudeste&lt;/td&gt;  &lt;- td = célula de DADO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&lt;td&gt;2 a 4 dias&lt;/td&gt;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89520" y="1691640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818120" y="16916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inteira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2560320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818120" y="25603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(table row)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89520" y="3429000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18120" y="342900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cabeçalho (negrito)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4297680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818120" y="429768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dado (table data)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89520" y="5166360"/>
            <a:ext cx="4023360" cy="749808"/>
          </a:xfrm>
          <a:prstGeom prst="roundRect">
            <a:avLst>
              <a:gd name="adj" fmla="val 10976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818120" y="516636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thead/tbody   </a:t>
            </a: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 cabeçalho e corpo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Mesclar células: colspan (e rowspan)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colspan="2"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faz uma célula ocupar 2 colunas. </a:t>
            </a:r>
            <a:r>
              <a:rPr lang="en-US" sz="1400" b="1" dirty="0">
                <a:solidFill>
                  <a:srgbClr val="2A9D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rowspan="2"</a:t>
            </a: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faz ocupar 2 linhas.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6766560" cy="1828800"/>
          </a:xfrm>
          <a:prstGeom prst="roundRect">
            <a:avLst>
              <a:gd name="adj" fmla="val 4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322576"/>
            <a:ext cx="64373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 colspan="2"&gt;Retirada na loja&lt;/td&gt;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&lt;td&gt;Grátis&lt;/td&gt;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&lt;/tr&gt;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visual (a célula laranja ocupa 2 colunas):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606040"/>
          <a:ext cx="4023360" cy="100584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5840"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Retirada na loja física (Centro/RJ)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7A6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48640" y="4297680"/>
            <a:ext cx="11064240" cy="1691640"/>
          </a:xfrm>
          <a:prstGeom prst="roundRect">
            <a:avLst>
              <a:gd name="adj" fmla="val 4865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777240" y="448056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uma célula "engole" a coluna vizinha com colspan="2", aquela linha passa a ter UMA célula a menos. É o erro mais comum — a tabela fica "torta" porque sobra ou falta um &lt;td&gt;.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a tabela de fretes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19656"/>
            <a:ext cx="1073505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&lt;tr&gt;&lt;th&gt;Região&lt;/th&gt;&lt;th&gt;Prazo&lt;/th&gt;&lt;th&gt;Frete&lt;/th&gt;&lt;th&gt;Grátis a partir de&lt;/th&gt;&lt;/tr&gt;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&lt;tr&gt;&lt;td&gt;Sudeste&lt;/td&gt;&lt;td&gt;2 a 4 dias&lt;/td&gt;&lt;td&gt;R$ 19,90&lt;/td&gt;&lt;td&gt;R$ 299,00&lt;/td&gt;&lt;/tr&gt;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&lt;tr&gt;&lt;td colspan="3"&gt;Retirada na loja física&lt;/td&gt;&lt;td&gt;Grátis&lt;/td&gt;&lt;/tr&gt;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2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66344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46634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D7A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scope="col" 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&lt;th&gt; diz ao leitor de tela que aquele cabeçalho descreve a COLUNA — acessibilidade que o mercado cobra.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CLASSE no CSS (o coração da aula)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é um "apelido" que você dá a um ou vários elementos. No HTML, class="nome"; no CSS, você mira nela com um PONTO (.nome).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51572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HTML --&gt;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&lt;td class="destaque"&gt;Grátis&lt;/td&gt;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&lt;p  class="destaque"&gt;Oferta!&lt;/p&gt;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33172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91072" y="2459736"/>
            <a:ext cx="515721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CSS: o ponto mira a classe */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.destaque {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#1D7A6C;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font-weight: bold;</a:t>
            </a:r>
            <a:endParaRPr lang="en-US" sz="13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77240" y="46177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enorme: </a:t>
            </a: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classe .destaque vale para QUALQUER elemento — reaproveitável e sem repetição. O Bootstrap (Aula 7) é, no fundo, um arquivo gigante cheio de classes prontas (.btn, .card, .row...).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× ID — quando usar cada um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343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(.)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(#)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class="destaque"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id="cadastro"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 ponto: .destaque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 cerquilha: #cadastro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REUTILIZÁVEL: vários elementos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ÚNICO: um por página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típico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estilo repetido (botões, cards...)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identificar 1 seção / âncora (#)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1540" y="6055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prática: precisa repetir o estilo? Classe. É um alvo único (uma seção, uma âncora do menu)? ID.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estilizar a tabela com classes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6858000" cy="4206240"/>
          </a:xfrm>
          <a:prstGeom prst="roundRect">
            <a:avLst>
              <a:gd name="adj" fmla="val 173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19656"/>
            <a:ext cx="6528816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damos um apelido à tabela --&gt;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 class="tabela-precos"&gt; ...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&lt;td class="gratis"&gt;Grátis&lt;/td&gt;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no estilo.css */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.tabela-precos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width: 100%;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border-collapse: collapse;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.tabela-precos th { background:#0D1B2A; color:#fff;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.tabela-precos td, .tabela-precos th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border:1px solid #E3E8EF; padding:12px;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.tabela-precos tr:nth-child(even){ background:#F2F5F9;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.gratis { color:#1D7A6C; font-weight:bold; 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680960" y="1691640"/>
            <a:ext cx="3931920" cy="4206240"/>
          </a:xfrm>
          <a:prstGeom prst="roundRect">
            <a:avLst>
              <a:gd name="adj" fmla="val 2093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909560" y="1874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Resultado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909560" y="2286000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azul, linhas zebradas, bordas limpas e a célula "Grátis" em verde.</a:t>
            </a:r>
            <a:endParaRPr lang="en-US" sz="12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melhor: se você criar outra tabela e der a mesma class="tabela-precos", ela já nasce estilizada — sem reescrever nada.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que rola no celular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larga não cabe no celular. A solução: envolver a tabela num &lt;div&gt; com overflow-x: auto — aí ela rola na horizontal.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6949440" cy="2011680"/>
          </a:xfrm>
          <a:prstGeom prst="roundRect">
            <a:avLst>
              <a:gd name="adj" fmla="val 3636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662025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class="tabela-scroll"&gt;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&lt;table class="tabela-precos"&gt; ... &lt;/table&gt;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endParaRPr lang="en-US" sz="12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.tabela-scroll { overflow-x: auto; 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2331720"/>
            <a:ext cx="3931920" cy="2011680"/>
          </a:xfrm>
          <a:prstGeom prst="roundRect">
            <a:avLst>
              <a:gd name="adj" fmla="val 4091"/>
            </a:avLst>
          </a:prstGeom>
          <a:solidFill>
            <a:srgbClr val="F3FB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909560" y="24871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4D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Dica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8803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PTD, a estilização com classes já é a preparação para o Bootstrap — que faz isso com a classe pronta .table-responsive.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sempre presentes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sistema comercial exibe dados em tabela — preços, pedidos, relatórios.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= fundação do Bootstrap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classes é pré-requisito pra qualquer framework CSS (Bootstrap, Tailwind).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+ scope e legendas fazem a tabela funcionar em leitores de tela (exigência legal).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Reaproveitamento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bem nomeada evita repetição — código que a equipe mantém fácil.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dinâmicos  ·  </a:t>
            </a:r>
            <a:r>
              <a:rPr lang="en-US" sz="12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back-end (UC3), a tabela recebe dados do banco — a estrutura é esta mesma.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de classe claros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a função: .tabela-precos, .destaque — não .verde1.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thead e tbody sempre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Separam cabeçalho e dados; ajudam CSS e acessibilidade.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nos th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scope="col" / scope="row" para leitores de tela.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border-collapse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junta as bordas — tabela limpa, sem "linha dupla".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use tabela p/ layout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é flexbox/grid. Tabela é só para DADOS.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Zebra ajuda a leitura</a:t>
            </a:r>
            <a:endParaRPr lang="en-US" sz="14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tr:nth-child(even) facilita seguir a linha com os olhos.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tag &lt;table&gt; existe desde o HTML 3.2 (1997) — uma das mais antigas em uso.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anos 2000, sites eram "tabelas dentro de tabelas" para virar colunas — um pesadelo de manutenção.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e rowspan vêm da mesma ideia de mesclar células do Excel/Word.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pode ter vários nomes: class="btn destaque grande" aplica três estilos de uma vez.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49808" y="5376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Bootstrap 5 tem mais de 1500 classes prontas — e todas usam o mesmo .ponto que você aprende hoje.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12</a:t>
            </a:r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quando usar cada um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800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 cada 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th × td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 = cabeçalho (negrito, com scope). td = dado comum da célula.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colspan × rowspan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colspan mescla COLUNAS (horizontal). rowspan mescla LINHAS (vertical).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classe × 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(.) repete em vários; id (#) é único. Estilo repetido → classe.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tabela × lista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 = dados em linhas E colunas. Lista (ul/ol) = itens em sequência.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= dados em linhas e colunas: table, thead, tbody, tr, th, td.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 = cabeçalho (com scope); td = dado.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colspan mescla colunas; rowspan mescla linhas.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(.nome): apelido reutilizável — class="" no HTML, .ponto no CSS.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repete em vários; ID (#) é único.</a:t>
            </a:r>
            <a:endParaRPr lang="en-US" sz="1250" dirty="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são a base do Bootstrap — o próximo grande passo (Aula 7).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AULA 4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+-----+------+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        CLASSES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table         .nome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tr / th / td  class=""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colspan       reutiliza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|             |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dados na     base do</a:t>
            </a:r>
            <a:endParaRPr lang="en-US" sz="115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          Bootstrap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33172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5 — Formulários + o primeiro JavaScript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construir a página de cadastro: </a:t>
            </a: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form, label, input, button</a:t>
            </a: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 validação — e dar os primeiros passos em JavaScript (alert, parseInt).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6766560" cy="1645920"/>
          </a:xfrm>
          <a:prstGeom prst="roundRect">
            <a:avLst>
              <a:gd name="adj" fmla="val 5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Lição de casa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os campos que a página de cadastro da sua loja vai precisar (nome, e-mail, telefone...).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minutos, por escrito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"Escreva uma linha de tabela com uma célula mesclada (colspan) e explique como uma CLASSE do CSS a estiliza."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818120" y="50749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 de quem fixou tabelas + classes.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no lugar. Classes na mão.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41248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domou as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descobriu as </a:t>
            </a: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r>
              <a:rPr lang="en-US" sz="1700" dirty="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chave do Bootstrap. Na Aula 5, vêm os formulários e o JavaScript.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819FC513-562F-493F-BC17-63B7C0166F21}"/>
</file>

<file path=customXml/itemProps2.xml><?xml version="1.0" encoding="utf-8"?>
<ds:datastoreItem xmlns:ds="http://schemas.openxmlformats.org/officeDocument/2006/customXml" ds:itemID="{3DF67515-0571-4D2A-B1C0-484BDD34F57B}"/>
</file>

<file path=customXml/itemProps3.xml><?xml version="1.0" encoding="utf-8"?>
<ds:datastoreItem xmlns:ds="http://schemas.openxmlformats.org/officeDocument/2006/customXml" ds:itemID="{AD6EFE90-A892-436C-984B-09AA6C7B5CA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2005</Words>
  <Application>Microsoft Office PowerPoint</Application>
  <PresentationFormat>Widescreen</PresentationFormat>
  <Paragraphs>259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4 — Tabelas e Classes no CSS</dc:title>
  <dc:subject>PptxGenJS Presentation</dc:subject>
  <dc:creator>SENAC-RJ</dc:creator>
  <cp:lastModifiedBy>Mario Alberto Aragao Duarte</cp:lastModifiedBy>
  <cp:revision>3</cp:revision>
  <dcterms:created xsi:type="dcterms:W3CDTF">2026-08-25T14:51:49Z</dcterms:created>
  <dcterms:modified xsi:type="dcterms:W3CDTF">2026-08-26T11:38:28Z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2026-08-25T17:04:29Z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14e0f00c-f4bf-48b5-94f8-583cef0d7801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</Properties>
</file>