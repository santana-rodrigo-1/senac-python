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6" r:id="rId19"/>
    <p:sldId id="277" r:id="rId20"/>
    <p:sldId id="27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a1fa1215-9303-47e9-8a35-409838d5fc84" providerId="ADAL" clId="{F37CF76F-DDD9-47A5-86AF-5CB8C488BF33}"/>
    <pc:docChg chg="custSel mod delSld modSld">
      <pc:chgData name="Mario Alberto Aragao Duarte" userId="a1fa1215-9303-47e9-8a35-409838d5fc84" providerId="ADAL" clId="{F37CF76F-DDD9-47A5-86AF-5CB8C488BF33}" dt="2026-08-31T11:40:12.862" v="14" actId="20577"/>
      <pc:docMkLst>
        <pc:docMk/>
      </pc:docMkLst>
      <pc:sldChg chg="delSp mod">
        <pc:chgData name="Mario Alberto Aragao Duarte" userId="a1fa1215-9303-47e9-8a35-409838d5fc84" providerId="ADAL" clId="{F37CF76F-DDD9-47A5-86AF-5CB8C488BF33}" dt="2026-08-31T11:34:45.851" v="5" actId="478"/>
        <pc:sldMkLst>
          <pc:docMk/>
          <pc:sldMk cId="0" sldId="256"/>
        </pc:sldMkLst>
        <pc:spChg chg="del">
          <ac:chgData name="Mario Alberto Aragao Duarte" userId="a1fa1215-9303-47e9-8a35-409838d5fc84" providerId="ADAL" clId="{F37CF76F-DDD9-47A5-86AF-5CB8C488BF33}" dt="2026-08-31T11:34:38.475" v="1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8-31T11:34:37.689" v="0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8-31T11:34:40.888" v="3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8-31T11:34:40.289" v="2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8-31T11:34:42.573" v="4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8-31T11:34:45.851" v="5" actId="478"/>
          <ac:spMkLst>
            <pc:docMk/>
            <pc:sldMk cId="0" sldId="256"/>
            <ac:spMk id="13" creationId="{00000000-0000-0000-0000-000000000000}"/>
          </ac:spMkLst>
        </pc:spChg>
      </pc:sldChg>
      <pc:sldChg chg="del">
        <pc:chgData name="Mario Alberto Aragao Duarte" userId="a1fa1215-9303-47e9-8a35-409838d5fc84" providerId="ADAL" clId="{F37CF76F-DDD9-47A5-86AF-5CB8C488BF33}" dt="2026-08-31T11:34:57.353" v="7" actId="47"/>
        <pc:sldMkLst>
          <pc:docMk/>
          <pc:sldMk cId="0" sldId="258"/>
        </pc:sldMkLst>
      </pc:sldChg>
      <pc:sldChg chg="del">
        <pc:chgData name="Mario Alberto Aragao Duarte" userId="a1fa1215-9303-47e9-8a35-409838d5fc84" providerId="ADAL" clId="{F37CF76F-DDD9-47A5-86AF-5CB8C488BF33}" dt="2026-08-31T11:39:58.215" v="8" actId="47"/>
        <pc:sldMkLst>
          <pc:docMk/>
          <pc:sldMk cId="0" sldId="274"/>
        </pc:sldMkLst>
      </pc:sldChg>
      <pc:sldChg chg="del">
        <pc:chgData name="Mario Alberto Aragao Duarte" userId="a1fa1215-9303-47e9-8a35-409838d5fc84" providerId="ADAL" clId="{F37CF76F-DDD9-47A5-86AF-5CB8C488BF33}" dt="2026-08-31T11:40:01.699" v="9" actId="47"/>
        <pc:sldMkLst>
          <pc:docMk/>
          <pc:sldMk cId="0" sldId="275"/>
        </pc:sldMkLst>
      </pc:sldChg>
      <pc:sldChg chg="modSp mod">
        <pc:chgData name="Mario Alberto Aragao Duarte" userId="a1fa1215-9303-47e9-8a35-409838d5fc84" providerId="ADAL" clId="{F37CF76F-DDD9-47A5-86AF-5CB8C488BF33}" dt="2026-08-31T11:40:08.115" v="12" actId="20577"/>
        <pc:sldMkLst>
          <pc:docMk/>
          <pc:sldMk cId="0" sldId="276"/>
        </pc:sldMkLst>
        <pc:spChg chg="mod">
          <ac:chgData name="Mario Alberto Aragao Duarte" userId="a1fa1215-9303-47e9-8a35-409838d5fc84" providerId="ADAL" clId="{F37CF76F-DDD9-47A5-86AF-5CB8C488BF33}" dt="2026-08-31T11:40:08.115" v="12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Mario Alberto Aragao Duarte" userId="a1fa1215-9303-47e9-8a35-409838d5fc84" providerId="ADAL" clId="{F37CF76F-DDD9-47A5-86AF-5CB8C488BF33}" dt="2026-08-31T11:40:12.862" v="14" actId="20577"/>
        <pc:sldMkLst>
          <pc:docMk/>
          <pc:sldMk cId="0" sldId="277"/>
        </pc:sldMkLst>
        <pc:spChg chg="mod">
          <ac:chgData name="Mario Alberto Aragao Duarte" userId="a1fa1215-9303-47e9-8a35-409838d5fc84" providerId="ADAL" clId="{F37CF76F-DDD9-47A5-86AF-5CB8C488BF33}" dt="2026-08-31T11:40:12.862" v="14" actId="20577"/>
          <ac:spMkLst>
            <pc:docMk/>
            <pc:sldMk cId="0" sldId="27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83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para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869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Formulário Completo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CD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 de escolha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Finalizando a página de cadastro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 PTD da UC2 — Aula 6.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opções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&lt;select&gt; com &lt;option&gt; (o menu suspenso).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Escolhas do usuário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(escolha única) e checkbox (múltipla / aceite).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especiais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(cor), file (arquivo) e textarea (texto longo).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o cadastro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 página de cadastro completa do projeto (JWC).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5, campos de DIGITAR. Hoje, campos de ESCOLHER.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tudo o usuário digita. Às vezes ele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tamanho do tênis numa lista, o estilo favorito, se aceita os termos, uma cor, uma foto. São os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escolha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é com eles que a página de cadastro fica completa.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 notícia: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seguem a MESMA lógica da Aula 5 — cada campo tem seu label e seu name. Muda só o "tipo" de campo.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🧩  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campo de formulário faz a mesma pergunta ao usuário e guarda a resposta num par name = value.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input é para digitar. O select, radio e checkbox são para escolher entre opções que VOCÊ oferece.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digitação = menos erro do usuário = melhor experiência.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&lt;select&gt; — a lista suspensa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muitas opções fixas (tamanhos, estados, categorias), a lista suspensa economiza espaço.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6949440" cy="310896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14016"/>
            <a:ext cx="662025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for="tam"&gt;Numeração&lt;/label&gt;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id="tam" name="tam"&gt;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value=""&gt;Escolha...&lt;/option&gt;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&lt;option&gt;38&lt;/option&gt;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&lt;option&gt;39&lt;/option&gt;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&lt;option&gt;40&lt;/option&gt;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2286000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9095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9560" y="28803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caixa; cada </a:t>
            </a: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&lt;option&gt;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opção da lista.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1ª option vazia ("Escolha...") serve de dica e evita enviar sem querer.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— escolha ÚNICA (só uma opção)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949440" cy="27432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662025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 name="estilo"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id="esp" value="Esportivo" checked&gt;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for="esp"&gt;Esportivo&lt;/label&gt;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 name="estilo"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id="cas" value="Casual"&gt;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for="cas"&gt;Casual&lt;/label&gt;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73736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FF3E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90956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O segredo: o name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09560" y="23317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radios do MESMO grupo precisam ter o 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name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(estilo). É isso que faz marcar um DESmarcar o outro.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uma opção já marcada por padrão. E cada radio tem seu </a:t>
            </a: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que será enviado se ele for o escolhido).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checkbox — múltipla escolha (ou aceite)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94944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66202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type="checkbox" id="termos" required&gt;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for="termos"&gt;Aceito os termos&lt;/label&gt;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type="checkbox" id="promo"&gt;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for="promo"&gt;Quero receber ofertas&lt;/label&gt;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737360"/>
            <a:ext cx="3931920" cy="2377440"/>
          </a:xfrm>
          <a:prstGeom prst="roundRect">
            <a:avLst>
              <a:gd name="adj" fmla="val 3462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90956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09560" y="23317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checkbox é independente: o usuário pode marcar nenhum, um ou vários ao mesmo tempo.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44531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Usos típicos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846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Aceite obrigatório de termos (com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• "Quero receber ofertas" (opt-in)   • Selecionar vários interesses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× checkbox — a confusão clássica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resolve: "pode marcar mais de uma?"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3E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697480" y="210312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974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◉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ÚNICA</a:t>
            </a:r>
            <a:endParaRPr lang="en-US" sz="13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UMA das opções (ex.: sexo, estilo, forma de pagamento).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name no grupo.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321040" y="210312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☑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310896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checkbox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36576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/ INDEPENDENTE</a:t>
            </a:r>
            <a:endParaRPr lang="en-US" sz="1300" dirty="0"/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nenhuma, uma ou várias (ex.: interesses, aceites).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é independente.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e file — campos especiais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🎨  type="color"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41832" y="2505456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type="color"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value="#ff6b35"&gt;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seletor de cores do sistema. Ótimo para personalização.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📎  type="file"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2377440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565392" y="2505456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type="file"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name="foto"&gt;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"Escolher arquivo" para enviar uma imagem/documento.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Para ENVIAR arquivo, </a:t>
            </a: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&lt;form&gt; precisa de dois atributos: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475488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41832" y="4882896"/>
            <a:ext cx="10277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 enctype="multipart/form-data"&gt;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textarea — texto longo (várias linhas)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&lt;input&gt; é uma linha só. Para uma observação, mensagem ou endereço, use o &lt;textarea&gt;.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6949440" cy="201168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14016"/>
            <a:ext cx="66202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for="msg"&gt;Observação&lt;/label&gt;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id="msg" name="msg" rows="4"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placeholder="Conte o que procura..."&gt;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&lt;/textarea&gt;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22860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FF3E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909560" y="246888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24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&lt;textarea&gt; FECHA com &lt;/textarea&gt; (diferente do &lt;input&gt;, que não fecha). rows define a altura inicial.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fieldset + legend — agrupar campos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deixar o formulário organizado e acessível, agrupe campos relacionados com &lt;fieldset&gt; e dê um título com &lt;legend&gt;.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949440" cy="27432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662025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&lt;fieldset&gt;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&lt;legend&gt;Estilo favorito&lt;/legend&gt;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type="radio" ...&gt; Esportivo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type="radio" ...&gt; Casual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&lt;/fieldset&gt;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233172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90956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usar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9560" y="29260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 uma "moldura" em volta do grupo com o título.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leitor de tela anuncia o grupo — acessibilidade que o mercado valoriza.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cadastro completo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19656"/>
            <a:ext cx="10735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 enctype="multipart/form-data"&gt;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for="tam"&gt;Numeração&lt;/label&gt;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&lt;select id="tam" name="tam"&gt; &lt;option&gt;38&lt;/option&gt; ... &lt;/select&gt;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&lt;legend&gt;Estilo&lt;/legend&gt;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type="radio" name="estilo" value="Esportivo" checked&gt; Esportivo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type="radio" name="estilo" value="Casual"&gt; Casual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type="file" name="foto"&gt;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&lt;textarea name="msg"&gt;&lt;/textarea&gt;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type="checkbox" required&gt; Aceito os termos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type="submit"&gt;Cadastrar&lt;/button&gt;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esperada e erros comuns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Saída esperada: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de cadastro completa — lista de numeração, escolha de estilo, upload de foto, observação e o aceite dos termos, com o botão Cadastrar.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49808" y="307238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980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radios com name diferente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cada radio tiver um name, dá pra marcar todos. O grupo precisa do MESMO name.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49808" y="384962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4980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7033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&lt;/textarea&gt;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textarea fecha; sem o fechamento, o resto da página "some" dentro dele.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49808" y="462686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49808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44805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sem enctype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enctype="multipart/form-data" no form, o arquivo não é enviado.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49808" y="540410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49808" y="5404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52578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sem label/id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a acessibilidade e a usabilidade (não dá pra clicar no texto).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esses campos aparecem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9884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 usados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🛒 Checkout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de parcelas, radio de pagamento, checkbox de aceite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📅 Agendamento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de horário, radio de serviço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📝 Pesquisa/enquete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(nota), checkbox (interesses), textarea (comentário)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👤 Perfil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(foto), color (tema), textarea (bio)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📮 Contato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(nome/e-mail), textarea (mensagem)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aparece no mercado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de vendas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fácil = mais gente completa o cadastro/compra. Cada campo a menos importa.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(lei)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label, fieldset/legend e foco visível são exigência (LBI) e boa experiência.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dados / LGPD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checkbox de consentimento é peça legal em qualquer cadastro.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arquivos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é a base de enviar foto de perfil, currículo, comprovante.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para o back-end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(name/value) é o que o Python vai receber na UC3.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= mesmo name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agrupa. Cada opção com seu value.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option vazia no select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&lt;option value=""&gt;Escolha...&lt;/option&gt; evita envio sem querer.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digitar, mais escolher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as opções são fixas, prefira select/radio — reduz erro.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fieldset para grupos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radios/checkboxes relacionados; melhora a leitura.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pede enctype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esqueça enctype="multipart/form-data" no form.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label + id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 TODO campo — inclusive select, radio e checkbox.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49808" y="179222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498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radio button tem esse nome por causa dos rádios antigos de carro: apertar um botão soltava os outros.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49808" y="268833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type="color" abre o MESMO seletor de cores do sistema operacional.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3814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type="file" pode aceitar vários arquivos com o atributo multiple.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342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dezenas de types de input: date, range, search, url... o HTML5 trouxe muitos.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49808" y="5376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49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23036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celular, o type certo troca o teclado: number mostra números; email mostra o @.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Comparações: qual campo usar?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800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 cada 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radio × checkbox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= só UMA opção (mesmo name). checkbox = várias / aceite.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× radio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para MUITAS opções (economiza espaço). radio para POUCAS (2-4), todas à vista.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 × textarea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= uma linha. textarea = texto longo, várias linhas (e fecha).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 × texto do label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é o que ENVIA. O texto do label é o que o usuário LÊ.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&lt;select&gt; + &lt;option&gt;: lista suspensa para muitas opções fixas.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escolha ÚNICA — os do grupo têm o mesmo name.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checkbox: independente — nenhum, um ou vários (e aceites).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(cor), file (arquivo), textarea (texto longo, e fecha).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exige enctype="multipart/form-data" no &lt;form&gt;.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fieldset/legend agrupam campos — organização e acessibilidade.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FORMULÁRIO COMPLETO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DIGITAR  |  ESCOLHER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(Aula 5) | (Aula 6)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  |  select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textarea |  radio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  checkbox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  color / file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name = value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(o dado enviado)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233172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7 — Bootstrap! 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virada: vamos usar o </a:t>
            </a: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 monte de CLASSES prontas (lembra da Aula 4?) que deixam o site profissional e responsivo em minutos: grid, cards, navbar, botões.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6766560" cy="1645920"/>
          </a:xfrm>
          <a:prstGeom prst="roundRect">
            <a:avLst>
              <a:gd name="adj" fmla="val 5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Lição de casa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280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uma olhada no site getbootstrap.com — só para conhecer. Na próxima aula, colocamos ele para trabalhar.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 Ticket de saída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minutos, por escrito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2926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"Quando usar radio e quando usar checkbox? Dê um exemplo de cada no seu site."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18120" y="4937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Termômetro de quem entendeu os campos de escolha.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completo!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5204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formulário está pronto —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e escolher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parte de HTML/CSS/JS na mão terminou. Na Aula 7, entra o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DB120850-ACF9-4881-8222-7AD06E6FEE2D}"/>
</file>

<file path=customXml/itemProps2.xml><?xml version="1.0" encoding="utf-8"?>
<ds:datastoreItem xmlns:ds="http://schemas.openxmlformats.org/officeDocument/2006/customXml" ds:itemID="{C44AE948-E2D0-4931-B675-BDD19C6B1CF1}"/>
</file>

<file path=customXml/itemProps3.xml><?xml version="1.0" encoding="utf-8"?>
<ds:datastoreItem xmlns:ds="http://schemas.openxmlformats.org/officeDocument/2006/customXml" ds:itemID="{0621004A-1D88-4011-8A06-EC310ED856AF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2178</Words>
  <Application>Microsoft Office PowerPoint</Application>
  <PresentationFormat>Widescreen</PresentationFormat>
  <Paragraphs>291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6 — Formulário Completo</dc:title>
  <dc:subject>PptxGenJS Presentation</dc:subject>
  <dc:creator>SENAC-RJ</dc:creator>
  <cp:lastModifiedBy>MARIO ALBERTO ARAGAO DUARTE</cp:lastModifiedBy>
  <cp:revision>1</cp:revision>
  <dcterms:created xsi:type="dcterms:W3CDTF">2026-08-29T11:26:23Z</dcterms:created>
  <dcterms:modified xsi:type="dcterms:W3CDTF">2026-08-31T22:11:08Z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2026-08-31T11:34:46Z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b438c9b6-4421-48de-8c1c-9bb8b949d8ab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