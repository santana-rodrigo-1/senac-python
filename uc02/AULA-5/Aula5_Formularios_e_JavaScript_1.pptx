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408B6-77B2-98A3-0B16-1D7ACA4D865E}" v="14" dt="2026-08-28T21:31:31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S::mario.duarte@educacao.senac.rio::06584b50-a4b9-4023-be9b-e5e35e9b7140" providerId="AD" clId="Web-{C3C408B6-77B2-98A3-0B16-1D7ACA4D865E}"/>
    <pc:docChg chg="delSld modSld">
      <pc:chgData name="MARIO ALBERTO ARAGAO DUARTE" userId="S::mario.duarte@educacao.senac.rio::06584b50-a4b9-4023-be9b-e5e35e9b7140" providerId="AD" clId="Web-{C3C408B6-77B2-98A3-0B16-1D7ACA4D865E}" dt="2026-08-28T21:31:31.635" v="12" actId="20577"/>
      <pc:docMkLst>
        <pc:docMk/>
      </pc:docMkLst>
      <pc:sldChg chg="delSp">
        <pc:chgData name="MARIO ALBERTO ARAGAO DUARTE" userId="S::mario.duarte@educacao.senac.rio::06584b50-a4b9-4023-be9b-e5e35e9b7140" providerId="AD" clId="Web-{C3C408B6-77B2-98A3-0B16-1D7ACA4D865E}" dt="2026-08-28T21:29:24.208" v="5"/>
        <pc:sldMkLst>
          <pc:docMk/>
          <pc:sldMk cId="0" sldId="256"/>
        </pc:sldMkLst>
        <pc:spChg chg="del">
          <ac:chgData name="MARIO ALBERTO ARAGAO DUARTE" userId="S::mario.duarte@educacao.senac.rio::06584b50-a4b9-4023-be9b-e5e35e9b7140" providerId="AD" clId="Web-{C3C408B6-77B2-98A3-0B16-1D7ACA4D865E}" dt="2026-08-28T21:29:18.489" v="1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C3C408B6-77B2-98A3-0B16-1D7ACA4D865E}" dt="2026-08-28T21:29:16.410" v="0"/>
          <ac:spMkLst>
            <pc:docMk/>
            <pc:sldMk cId="0" sldId="256"/>
            <ac:spMk id="9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C3C408B6-77B2-98A3-0B16-1D7ACA4D865E}" dt="2026-08-28T21:29:20.082" v="2"/>
          <ac:spMkLst>
            <pc:docMk/>
            <pc:sldMk cId="0" sldId="256"/>
            <ac:spMk id="10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C3C408B6-77B2-98A3-0B16-1D7ACA4D865E}" dt="2026-08-28T21:29:21.958" v="3"/>
          <ac:spMkLst>
            <pc:docMk/>
            <pc:sldMk cId="0" sldId="256"/>
            <ac:spMk id="11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C3C408B6-77B2-98A3-0B16-1D7ACA4D865E}" dt="2026-08-28T21:29:24.208" v="5"/>
          <ac:spMkLst>
            <pc:docMk/>
            <pc:sldMk cId="0" sldId="256"/>
            <ac:spMk id="12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C3C408B6-77B2-98A3-0B16-1D7ACA4D865E}" dt="2026-08-28T21:29:23.567" v="4"/>
          <ac:spMkLst>
            <pc:docMk/>
            <pc:sldMk cId="0" sldId="256"/>
            <ac:spMk id="13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C3C408B6-77B2-98A3-0B16-1D7ACA4D865E}" dt="2026-08-28T21:29:28.739" v="6"/>
        <pc:sldMkLst>
          <pc:docMk/>
          <pc:sldMk cId="0" sldId="258"/>
        </pc:sldMkLst>
      </pc:sldChg>
      <pc:sldChg chg="del">
        <pc:chgData name="MARIO ALBERTO ARAGAO DUARTE" userId="S::mario.duarte@educacao.senac.rio::06584b50-a4b9-4023-be9b-e5e35e9b7140" providerId="AD" clId="Web-{C3C408B6-77B2-98A3-0B16-1D7ACA4D865E}" dt="2026-08-28T21:31:13.900" v="7"/>
        <pc:sldMkLst>
          <pc:docMk/>
          <pc:sldMk cId="0" sldId="274"/>
        </pc:sldMkLst>
      </pc:sldChg>
      <pc:sldChg chg="modSp">
        <pc:chgData name="MARIO ALBERTO ARAGAO DUARTE" userId="S::mario.duarte@educacao.senac.rio::06584b50-a4b9-4023-be9b-e5e35e9b7140" providerId="AD" clId="Web-{C3C408B6-77B2-98A3-0B16-1D7ACA4D865E}" dt="2026-08-28T21:31:21.509" v="10" actId="20577"/>
        <pc:sldMkLst>
          <pc:docMk/>
          <pc:sldMk cId="0" sldId="275"/>
        </pc:sldMkLst>
        <pc:spChg chg="mod">
          <ac:chgData name="MARIO ALBERTO ARAGAO DUARTE" userId="S::mario.duarte@educacao.senac.rio::06584b50-a4b9-4023-be9b-e5e35e9b7140" providerId="AD" clId="Web-{C3C408B6-77B2-98A3-0B16-1D7ACA4D865E}" dt="2026-08-28T21:31:21.509" v="10" actId="20577"/>
          <ac:spMkLst>
            <pc:docMk/>
            <pc:sldMk cId="0" sldId="275"/>
            <ac:spMk id="3" creationId="{00000000-0000-0000-0000-000000000000}"/>
          </ac:spMkLst>
        </pc:spChg>
      </pc:sldChg>
      <pc:sldChg chg="modSp">
        <pc:chgData name="MARIO ALBERTO ARAGAO DUARTE" userId="S::mario.duarte@educacao.senac.rio::06584b50-a4b9-4023-be9b-e5e35e9b7140" providerId="AD" clId="Web-{C3C408B6-77B2-98A3-0B16-1D7ACA4D865E}" dt="2026-08-28T21:31:26.088" v="11" actId="20577"/>
        <pc:sldMkLst>
          <pc:docMk/>
          <pc:sldMk cId="0" sldId="276"/>
        </pc:sldMkLst>
        <pc:spChg chg="mod">
          <ac:chgData name="MARIO ALBERTO ARAGAO DUARTE" userId="S::mario.duarte@educacao.senac.rio::06584b50-a4b9-4023-be9b-e5e35e9b7140" providerId="AD" clId="Web-{C3C408B6-77B2-98A3-0B16-1D7ACA4D865E}" dt="2026-08-28T21:31:26.088" v="11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">
        <pc:chgData name="MARIO ALBERTO ARAGAO DUARTE" userId="S::mario.duarte@educacao.senac.rio::06584b50-a4b9-4023-be9b-e5e35e9b7140" providerId="AD" clId="Web-{C3C408B6-77B2-98A3-0B16-1D7ACA4D865E}" dt="2026-08-28T21:31:31.635" v="12" actId="20577"/>
        <pc:sldMkLst>
          <pc:docMk/>
          <pc:sldMk cId="0" sldId="277"/>
        </pc:sldMkLst>
        <pc:spChg chg="mod">
          <ac:chgData name="MARIO ALBERTO ARAGAO DUARTE" userId="S::mario.duarte@educacao.senac.rio::06584b50-a4b9-4023-be9b-e5e35e9b7140" providerId="AD" clId="Web-{C3C408B6-77B2-98A3-0B16-1D7ACA4D865E}" dt="2026-08-28T21:31:31.635" v="12" actId="20577"/>
          <ac:spMkLst>
            <pc:docMk/>
            <pc:sldMk cId="0" sldId="277"/>
            <ac:spMk id="3" creationId="{00000000-0000-0000-0000-000000000000}"/>
          </ac:spMkLst>
        </pc:spChg>
      </pc:sldChg>
    </pc:docChg>
  </pc:docChgLst>
  <pc:docChgLst>
    <pc:chgData clId="Web-{C3C408B6-77B2-98A3-0B16-1D7ACA4D865E}"/>
    <pc:docChg chg="modSld">
      <pc:chgData name="" userId="" providerId="" clId="Web-{C3C408B6-77B2-98A3-0B16-1D7ACA4D865E}" dt="2026-08-28T21:29:14.660" v="0" actId="20577"/>
      <pc:docMkLst>
        <pc:docMk/>
      </pc:docMkLst>
      <pc:sldChg chg="modSp">
        <pc:chgData name="" userId="" providerId="" clId="Web-{C3C408B6-77B2-98A3-0B16-1D7ACA4D865E}" dt="2026-08-28T21:29:14.660" v="0" actId="20577"/>
        <pc:sldMkLst>
          <pc:docMk/>
          <pc:sldMk cId="0" sldId="256"/>
        </pc:sldMkLst>
        <pc:spChg chg="mod">
          <ac:chgData name="" userId="" providerId="" clId="Web-{C3C408B6-77B2-98A3-0B16-1D7ACA4D865E}" dt="2026-08-28T21:29:14.660" v="0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60BD8-32FD-4574-AA5B-179FDCEBD7BE}" type="datetimeFigureOut"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2B361-56F4-49D5-839C-DEE877B5D62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9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869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Formulários e o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JavaScript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A página de cadastro ganha vida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5.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formulários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&lt;form&gt; e seus campos: label, input e button, com usabilidade e acessibilidade.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envio dos dados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os métodos GET e POST.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os atributos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placeholder, id, required, pattern, value, readonly...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os primeiros passos em JavaScript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alert(), eventos de input e os métodos parseInt() e parseFloat().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o site só FALAVA. O formulário é onde o usuário RESPONDE.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login, contato, busca, pedido, comentário... tudo isso são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por eles que o usuário envia dados para a empresa. Hoje construímos a página de cadastro da SneakZone.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chega o convidado que muda tudo: o </a:t>
            </a: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o HTML é o esqueleto e o CSS a roupa, o JS são os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ele faz a página pensar, reagir e calcular. Hoje damos o primeiro passo.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Curiosidade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foi criado em 1995 por Brendan Eich em apenas 10 DIAS.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foi jogada de marketing: ele nada tem a ver com a linguagem Java — é como confundir "carro" com "carroça".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é a linguagem mais usada do mundo e roda em 98% dos sites.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tag &lt;form&gt; e seus atributos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&lt;form&gt; é a "caixa" que agrupa os campos e sabe para onde enviar os dados.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276856"/>
            <a:ext cx="51572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action="/cadastro"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campos ...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148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os dados vão (o endereço que recebe).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118104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311810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são enviados: get ou post.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087368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408736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abre a resposta (mesma aba, nova aba...).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5056632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505663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enctype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do conteúdo (ex.: para enviar arquivos).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× POST — como os dados são enviados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5394960" cy="640080"/>
          </a:xfrm>
          <a:prstGeom prst="roundRect">
            <a:avLst>
              <a:gd name="adj" fmla="val 12857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vão na URL (ex.: ?nome=ana&amp;cor=azul).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Visível na barra de endereço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Bom para BUSCAS e filtros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Fica no histórico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 de tamanho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783080"/>
            <a:ext cx="5394960" cy="640080"/>
          </a:xfrm>
          <a:prstGeom prst="roundRect">
            <a:avLst>
              <a:gd name="adj" fmla="val 12857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vão no "corpo" da requisição (escondidos).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5204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aparece na URL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Bom para CADASTRO e senhas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limite prático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Mais seguro para dados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&lt;label&gt; — o texto que acompanha o campo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campo precisa de um rótulo. O for do &lt;label&gt; deve ser igual ao id do &lt;input&gt; — assim clicar no texto já foca o campo.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414016"/>
            <a:ext cx="10735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for="email"&gt;E-mail&lt;/label&gt;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 name="email"&gt;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 for do label combina com o id do 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206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de tela anunciam o rótulo ao chegar no campo.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9392" y="4206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7992" y="44348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07992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48072" y="4206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texto foca/marca o campo (ótimo em checkbox e radio).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10144" y="4206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38744" y="443484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38744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78824" y="4206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clareza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claro o que cada campo pede — menos erro do usuário.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&lt;input&gt; — um campo, vários tipos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type muda o comportamento e o teclado (no celular) do campo: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42245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type="text"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livre (nome, cidade...)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type="email"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(valida o formato com @)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type="number"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números (idade, quantidade)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type="tel"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 (abre teclado numérico no celular)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type="password"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(esconde os caracteres)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type="date"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Seletor de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atributos que deixam o campo esperto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19656"/>
            <a:ext cx="107350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name="nome" id="nome"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placeholder="Ex.: Ana Paula" required&gt;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375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"nome" do dado ao ser enviado (a chave).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9392" y="333756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2272" y="33375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(liga com o label e o JS).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2062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Textinho de exemplo dentro do campo.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79392" y="420624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42062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 o preenchimento (não envia vazio).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50749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padrão a seguir (ex.: formato de telefone).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79392" y="507492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62272" y="50749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endParaRPr lang="en-US" sz="12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leitura (não pode editar).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o formulário de cadastro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19656"/>
            <a:ext cx="662025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action="/cadastro" method="post"&gt;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for="nome"&gt;Nome&lt;/label&gt;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id="nome"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name="nome" required&gt;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for="email"&gt;E-mail&lt;/label&gt;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name="email" required&gt;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type="submit"&gt;Cadastrar&lt;/button&gt;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691640"/>
            <a:ext cx="3931920" cy="4206240"/>
          </a:xfrm>
          <a:prstGeom prst="roundRect">
            <a:avLst>
              <a:gd name="adj" fmla="val 2093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095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Validação de graça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228600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required, o navegador NÃO deixa enviar o campo vazio — e já mostra a mensagem de erro.</a:t>
            </a:r>
            <a:endParaRPr lang="en-US" sz="125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type="email", ele confere se tem @.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validação nativa do HTML — sem escrever 1 linha de JS.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botão e os erros comuns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19656"/>
            <a:ext cx="5157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type="submit"&gt;Enviar&lt;/button&gt;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type="reset"&gt;Limpar&lt;/button&gt;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6916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o formulário;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os campos.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2958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name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name, o dado daquele campo não é enviado.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087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o id (com label)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do label não acha o campo e a acessibilidade quebra.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7457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fora do &lt;form&gt;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está DENTRO do &lt;form&gt; é enviado.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40410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50468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54041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sem type  — 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um form, o padrão é submit — pode enviar sem querer.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o site começa a pensar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estrutura · CSS = aparência · </a:t>
            </a: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= comportamento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JS reage a cliques, valida campos, faz contas e muda a página sem recarregar.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JS vive: numa tag &lt;script&gt;, no fim do &lt;body&gt;.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962656"/>
            <a:ext cx="6620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alert("Bem-vindo à SneakZone!");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&lt;/script&gt;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2834640"/>
            <a:ext cx="3931920" cy="1828800"/>
          </a:xfrm>
          <a:prstGeom prst="roundRect">
            <a:avLst>
              <a:gd name="adj" fmla="val 4500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09560" y="30175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4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alert()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uma caixinha de aviso na tela. É o "Olá, mundo!" do JavaScript — perfeito para o primeiro teste.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Console: </a:t>
            </a: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alert, use console.log("texto") — a mensagem aparece no F12 &gt; Console, sem interromper o usuário. É a ferramenta nº 1 para "espiar" o código.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parseInt() e parseFloat() — texto vira número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24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 ponto-chave: </a:t>
            </a: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value de um input é SEMPRE texto (string) — mesmo quando você digita "25". Para fazer conta, é preciso converter para número.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916936"/>
            <a:ext cx="107350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texto  = document.getElementById("idade").value;  // "25"  (TEXTO)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numero = parseInt(texto);      // 25   (NÚMERO inteiro)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preco  = parseFloat("349.90"); // 349.9 (NÚMERO com decimais)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"25" + 1  -&gt;  "251"   (juntou texto!)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  + 1  -&gt;  26      (somou de verdade)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parseInt = número inteiro · parseFloat = número com casas decimais. Sem converter, "somar" vira "juntar texto".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lendo um campo com JavaScript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040880" cy="365760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19656"/>
            <a:ext cx="671169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id="qtd"&gt;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onclick="calcular()"&gt;Total&lt;/button&gt;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calcular() {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q = document.getElementById("qtd").value;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total = parseInt(q) * 349.90;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alert("Total: R$ " + total);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0" y="1691640"/>
            <a:ext cx="3840480" cy="3657600"/>
          </a:xfrm>
          <a:prstGeom prst="roundRect">
            <a:avLst>
              <a:gd name="adj" fmla="val 225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0100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a passo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28600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clique chama a função calcular();</a:t>
            </a:r>
            <a:endParaRPr lang="en-US" sz="120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getElementById pega o campo pelo id;</a:t>
            </a:r>
            <a:endParaRPr lang="en-US" sz="120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.value lê o que foi digitado (texto);</a:t>
            </a:r>
            <a:endParaRPr lang="en-US" sz="1200" dirty="0"/>
          </a:p>
          <a:p>
            <a:pPr marL="0" indent="0" algn="l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parseInt converte em número;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 alert mostra o total.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Formulários estão em todo lugar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típicos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+ senha (type="password")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Checkout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Endereço, pagamento, cupom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📇 Contato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Nome, e-mail, mensagem (textarea)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🔎 Busca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campo + botão de lupa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📝 Pesquisa/enquete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Radios, checkboxes, escala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aplicação tem formulário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login, checkout: é a porta de entrada dos dados do usuário.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= menos erro/fraude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pattern e (depois) JS evitam dados inválidos chegando ao sistema.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consentimento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de termos, opt-in — front-end responsável trata dados com cuidado.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foco e mensagens claras são exigência (e boa experiência).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o back-end (UC3)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form envia (GET/POST) é recebido pelo Python no back-end.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label + id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deixe um campo sem rótulo ligado pelo for/id.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certo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tel, number: melhoram o teclado no celular e já validam.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≠ label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é exemplo, não substitui o rótulo (ele some ao digitar).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no front E no back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front ajuda o usuário; o back-end é quem realmente protege.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em tudo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name, o campo não é enviado. Erro clássico.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 F12 &gt; Console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console.log() é seu melhor amigo para achar bugs no JS.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quando usar cada um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× 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para buscas (dados na URL). POST para cadastros/senhas (dados ocultos).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required × pattern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obriga preencher. pattern exige um formato específico (ex.: telefone).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 × placeholder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é o rótulo fixo (fica). placeholder é só um exemplo (some ao digitar).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parseInt × parseFloat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parseInt = inteiro (25). parseFloat = com decimais (349.90).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alert × console.log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interrompe o usuário. console.log só aparece no F12 (para você depurar).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lang="en-US" sz="26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da aula: página de cadastro (JWC)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cria a página de cadastro/contato do próprio segmento.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6766560" cy="4114800"/>
          </a:xfrm>
          <a:prstGeom prst="roundRect">
            <a:avLst>
              <a:gd name="adj" fmla="val 2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57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entrega de hoje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&lt;form&gt; com method="post".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 label + input: nome (text), e-mail (email), telefone (tel).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name, id, placeholder e required.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&lt;button type="submit"&gt; Cadastrar.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toque de JS: um alert() de boas-vindas ou um cálculo com parseInt.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874520"/>
            <a:ext cx="4023360" cy="4114800"/>
          </a:xfrm>
          <a:prstGeom prst="roundRect">
            <a:avLst>
              <a:gd name="adj" fmla="val 2045"/>
            </a:avLst>
          </a:prstGeom>
          <a:solidFill>
            <a:srgbClr val="FFF6F3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Desafio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4688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pattern no telefone; </a:t>
            </a:r>
            <a:endParaRPr lang="en-US" sz="1200" dirty="0"/>
          </a:p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um campo "quantidade" que, ao clicar num botão, mostre o total (preço × quantidade) num alert; 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estilize o form com as classes da Aula 4.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agrupa os campos e define action e method (get/post).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= dados na URL (buscas). POST = dados ocultos (cadastros/senhas).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(for) + input (id): rótulo ligado ao campo = acessibilidade.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name, placeholder, required, pattern, value, readonly.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= comportamento; vive no &lt;script&gt;; alert() é o 1º teste.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 input é sempre TEXTO — parseInt/parseFloat convertem em número.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AULA 5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+-----+------+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FORMULÁRIO      JAVASCRIPT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           &lt;script&gt;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label/input    alert()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         parseInt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 / post     parseFloat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envia dados    o site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pensa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 — Formulário completo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finalizar a página de cadastro com os campos que faltam: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select, radio, checkbox, color, file e textarea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mais validação com JavaScript.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no seu form: coloque required e um type errado (ex.: email sem @) e veja a mensagem do navegador.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"Escreva um &lt;input&gt; com label e explique por que precisamos de parseInt() antes de somar o value de um campo."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5074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fixou formulário + o 1º JS.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começou a pensar.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criou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escreveu seu primeiro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 Aula 6, o cadastro fica completo.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9A20C107-DE46-4BDB-A546-094DAF61C23A}"/>
</file>

<file path=customXml/itemProps2.xml><?xml version="1.0" encoding="utf-8"?>
<ds:datastoreItem xmlns:ds="http://schemas.openxmlformats.org/officeDocument/2006/customXml" ds:itemID="{1DE3759C-8E5C-405A-88D2-6CD23047CC5C}"/>
</file>

<file path=customXml/itemProps3.xml><?xml version="1.0" encoding="utf-8"?>
<ds:datastoreItem xmlns:ds="http://schemas.openxmlformats.org/officeDocument/2006/customXml" ds:itemID="{16BC2CCF-FCEB-47C3-99FD-BE6AF9FC03B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5 — Formulários e o Primeiro JavaScript</dc:title>
  <dc:subject>PptxGenJS Presentation</dc:subject>
  <dc:creator>SENAC-RJ</dc:creator>
  <cp:lastModifiedBy>SENAC-RJ</cp:lastModifiedBy>
  <cp:revision>8</cp:revision>
  <dcterms:created xsi:type="dcterms:W3CDTF">2026-08-26T17:58:27Z</dcterms:created>
  <dcterms:modified xsi:type="dcterms:W3CDTF">2026-08-28T21:31:34Z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