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71" r:id="rId14"/>
    <p:sldId id="272" r:id="rId15"/>
    <p:sldId id="27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80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FF6B35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 rot="900000">
            <a:off x="969264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7952B3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" y="77724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777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SENAC-RJ · UC2 Front-end · Aula final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9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Grand Finale 🎉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CD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carousel · modal · accordion + apresentação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SneakZone · os últimos componentes e a vitrine dos projetos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acordo com o PTD da UC2 — Aula 9 (avaliativa).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77240" y="190195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177393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rotativo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carousel: imagens que passam sozinhas em destaque.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9077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e sanfonas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modal (confirmação) e o accordion (perguntas que abrem/fecham).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77240" y="4169664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041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com classes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Manipular imagens com classes do Bootstrap (img-fluid, rounded...).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175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o projeto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site pronto no projetor — feedback e avaliação final.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tem dois momentos: os componentes "uau" e a hora de mostrar o que você criou.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309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tem um site com estrutura, estilo, formulário e componentes. Hoje entram os três recursos mais chamativos do Bootstrap: o </a:t>
            </a: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</a:t>
            </a: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 </a:t>
            </a: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segundo momento é seu: a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Cada um mostra o site do seu segmento no projetor. É a hora de ver como você evoluiu em 9 aulas.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1737360"/>
            <a:ext cx="4526280" cy="4297680"/>
          </a:xfrm>
          <a:prstGeom prst="roundRect">
            <a:avLst>
              <a:gd name="adj" fmla="val 1915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Uma conexão bonita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37744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 do &lt;details&gt;/&lt;summary&gt; da Aula 1, que abria e fechava sem JS?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accordion do Bootstrap é a versão "turbinada" dele — bonita e animada.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curso se conecta: a semente da Aula 1 vira a flor da Aula 9. 🌱→🌸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Carousel — o banner que passa sozinho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Corrida 2026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Leveza e amortecimento para bater seu recorde.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10800000">
            <a:off x="685800" y="2331720"/>
            <a:ext cx="365760" cy="365760"/>
          </a:xfrm>
          <a:prstGeom prst="chevron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1064240" y="2331720"/>
            <a:ext cx="365760" cy="365760"/>
          </a:xfrm>
          <a:prstGeom prst="chevron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623560" y="3063240"/>
            <a:ext cx="137160" cy="1371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43600" y="3063240"/>
            <a:ext cx="137160" cy="137160"/>
          </a:xfrm>
          <a:prstGeom prst="ellipse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263640" y="3063240"/>
            <a:ext cx="137160" cy="137160"/>
          </a:xfrm>
          <a:prstGeom prst="ellipse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6949440" cy="2423160"/>
          </a:xfrm>
          <a:prstGeom prst="roundRect">
            <a:avLst>
              <a:gd name="adj" fmla="val 3019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13232" y="3648456"/>
            <a:ext cx="662025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id="banner" class="carousel slide"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data-bs-ride="carousel"&gt;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class="carousel-inner"&gt;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class="carousel-item active"&gt;...&lt;/div&gt;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class="carousel-item"&gt;...&lt;/div&gt;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class="carousel-control-next"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data-bs-slide="next"&gt;...&lt;/button&gt;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3520440"/>
            <a:ext cx="3931920" cy="2423160"/>
          </a:xfrm>
          <a:prstGeom prst="roundRect">
            <a:avLst>
              <a:gd name="adj" fmla="val 3396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863840" y="36576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D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carousel-item active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slide que começa visível. data-bs-ride faz passar sozinho. As setas e bolinhas navegam.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 — a janela que aparece por cima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949440" cy="3108960"/>
          </a:xfrm>
          <a:prstGeom prst="roundRect">
            <a:avLst>
              <a:gd name="adj" fmla="val 235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662025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o botão que abre --&gt;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data-bs-toggle="modal"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data-bs-target="#ok"&gt;Finalizar&lt;/button&gt;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class="modal" id="ok"&gt;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class="modal-dialog"&gt;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&lt;div class="modal-content"&gt;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class="modal-body"&gt;Pedido concluído!&lt;/div&gt;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&lt;/div&gt;&lt;/div&gt;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0" y="1737360"/>
            <a:ext cx="3931920" cy="3108960"/>
          </a:xfrm>
          <a:prstGeom prst="rect">
            <a:avLst/>
          </a:prstGeom>
          <a:solidFill>
            <a:srgbClr val="0D1B2A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138160" y="2286000"/>
            <a:ext cx="30175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D1B2A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13816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381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concluído!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98280" y="361188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D6E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098280" y="3611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8A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data-bs-toggle="modal"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botão + data-bs-dismiss="modal" para fechar. Aparece "flutuando" com o fundo escurecido. Precisa do JS do Bootstrap.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Accordion — a sanfona de perguntas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949440" cy="2926080"/>
          </a:xfrm>
          <a:prstGeom prst="roundRect">
            <a:avLst>
              <a:gd name="adj" fmla="val 2500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662025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class="accordion" id="faq"&gt;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class="accordion-item"&gt;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&lt;h2 class="accordion-header"&gt;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class="accordion-button"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data-bs-target="#q1"&gt;Como trocar?&lt;/button&gt;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&lt;/h2&gt;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&lt;div id="q1" class="accordion-collapse collapse"&gt;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class="accordion-body"&gt;Em 30 dias.&lt;/div&gt;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&lt;/div&gt;&lt;/div&gt;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80960" y="1737360"/>
            <a:ext cx="3931920" cy="1188720"/>
          </a:xfrm>
          <a:prstGeom prst="roundRect">
            <a:avLst>
              <a:gd name="adj" fmla="val 3846"/>
            </a:avLst>
          </a:prstGeom>
          <a:solidFill>
            <a:srgbClr val="CFE2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863840" y="1737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troca?   </a:t>
            </a: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2240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até 30 dias para trocar.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2304288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863840" y="23042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pagamento?   </a:t>
            </a: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2871216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863840" y="28712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meu número?   </a:t>
            </a: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6949440" cy="1051560"/>
          </a:xfrm>
          <a:prstGeom prst="roundRect">
            <a:avLst>
              <a:gd name="adj" fmla="val 7826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489204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parente do &lt;details&gt; da Aula 1: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abre um painel e fecha os outros. accordion-button + collapse.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Manipular imagens com classes (PTD)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Bootstrap também tem classes para as imagens — sem escrever CSS: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6858000" cy="786384"/>
          </a:xfrm>
          <a:prstGeom prst="roundRect">
            <a:avLst>
              <a:gd name="adj" fmla="val 1046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img-fluid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fica responsiva (nunca estoura a tela).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6858000" cy="786384"/>
          </a:xfrm>
          <a:prstGeom prst="roundRect">
            <a:avLst>
              <a:gd name="adj" fmla="val 1046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Cantos arredondados.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6858000" cy="786384"/>
          </a:xfrm>
          <a:prstGeom prst="roundRect">
            <a:avLst>
              <a:gd name="adj" fmla="val 1046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7952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rounded-circle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a imagem redonda (ótimo para avatar).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6858000" cy="786384"/>
          </a:xfrm>
          <a:prstGeom prst="roundRect">
            <a:avLst>
              <a:gd name="adj" fmla="val 1046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89204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img-thumbnail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uma moldurinha em volta.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589520" y="21488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54112" y="2276856"/>
            <a:ext cx="3694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src="tenis.jpg"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class="img-fluid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rounded"&gt;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89520" y="3611880"/>
            <a:ext cx="4023360" cy="2194560"/>
          </a:xfrm>
          <a:prstGeom prst="roundRect">
            <a:avLst>
              <a:gd name="adj" fmla="val 375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818120" y="37947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img-fluid resolve de vez o problema da imagem "gigante" que a gente teve lá na Aula 2 — agora é só uma classe.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os três no SneakZone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🎠 Carousel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topo: um banner girando entre "Linha Corrida", "Casual" e "Basquete".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Modal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00400" y="2834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clicar em "Finalizar pedido", abre a janela "Pedido concluído!".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3152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🪗 Accordion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seção de Dúvidas vira uma sanfona: clica na pergunta, abre a resposta.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7952B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31520" y="5120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Imagens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00400" y="4937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fotos dos produtos com img-fluid rounded — bonitas e responsivas.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que o JS do Bootstrap (bundle) está ligado — os três SÓ funcionam com ele.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esses componentes aparecem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343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você já viu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🎠 Carousel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Banners de promoção na home de qualquer loja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🪟 Modal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"Tem certeza?", login, avisos de sucesso, cupom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🪗 Accordion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FAQ, termos, filtros que expandem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🖼️ Imagens responsivas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Galerias, fotos de produto, avatares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profissionais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do Bootstrap ligado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Carousel, modal e accordion NÃO funcionam sem o bundle.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únicos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modal/accordion precisa de um id diferente para o data-bs-target achar.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da documentação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têm muita marcação — copie o exemplo e troque o conteúdo.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Carousel: 1 item active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um carousel-item pode ter a classe active de início.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abuse do carousel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 gente ignora banner rotativo. Use com moderação.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img-fluid nas fotos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nenhuma imagem quebre o layout no celular.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Comparações e curiosidades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4747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diferença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accordion × &lt;details&gt;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 abrem/fecham. O &lt;details&gt; (Aula 1) é HTML puro; o accordion é animado e estilizado pelo Bootstrap.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modal × alert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fica na página; o modal aparece POR CIMA, exigindo atenção (e uma ação).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carousel × galeria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Carousel mostra 1 por vez, girando. Uma galeria mostra várias ao mesmo tempo.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🎡 Curiosidade: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"carousel" é "carrossel" em inglês (o do parque). "Modal" vem de "modo": ele te coloca num modo em que só dá para interagir com a janela. E "accordion" é o nome do instrumento sanfona.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jornada completa das 9 aulas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38404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você dominou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+ imagens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 semântica e as fotos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+ tabelas/classes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Estilo, layout e a base do Bootstrap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Formulários + 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completo e o 1º 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Grid, cards, navbar, tabela, alert, forms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finais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Carousel, modal, accordion + apresentação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uma página em branco a uma loja completa e responsiva. Isso é ser dev front-end. 👏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carousel: banner que passa sozinho (carousel-item active).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modal: janela por cima da página (data-bs-toggle="modal").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accordion: sanfona de perguntas (accordion-button + collapse).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com classes: img-fluid, rounded, rounded-circle, img-thumbnail.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"se mexem" — precisam do JS do Bootstrap (bundle).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modal/accordion precisa de um id único.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14032" y="1911096"/>
            <a:ext cx="433425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GRAND FINALE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+-----+-----+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carousel  modal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accordion imagens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todos com JS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(data-bs-*)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SITE COMPLETO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apresentação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agora? Próximos passos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766560" cy="246888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Fim da UC2 — começo do Full Stack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concluiu o </a:t>
            </a: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próximo passo do curso é a 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 — back-end com Python (Django)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fazer o formulário realmente SALVAR os dados, com banco de dados. O site que você criou vira um sistema de verdade.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6766560" cy="1508760"/>
          </a:xfrm>
          <a:prstGeom prst="roundRect">
            <a:avLst>
              <a:gd name="adj" fmla="val 5455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Para continuar evoluindo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956048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Publique seu site (GitHub Pages é grátis), monte um portfólio e explore mais componentes do Bootstrap.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83080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1812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🎟️  Ticket de saída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último da UC2!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18120" y="29260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 foi o recurso que você mais gostou de aprender na UC2 — e por quê?"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818120" y="4983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fechamento pessoal para celebrar a caminhada.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91440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FF6B35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 rot="900000">
            <a:off x="950976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7952B3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Parabéns! 🎉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41248" y="3291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começou sem saber o que era uma tag e termina com uma </a:t>
            </a: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completa e responsiva</a:t>
            </a:r>
            <a:r>
              <a:rPr lang="en-US" sz="18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feita com HTML, CSS, JavaScript e Bootstrap. Orgulhe-se disso.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Desenvolver Aplicações Front-end para Web · Projeto SneakZone · SENAC-RJ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B92967C7-3838-4575-9638-F1D22B079750}"/>
</file>

<file path=customXml/itemProps2.xml><?xml version="1.0" encoding="utf-8"?>
<ds:datastoreItem xmlns:ds="http://schemas.openxmlformats.org/officeDocument/2006/customXml" ds:itemID="{2F667F0D-504A-41AB-BE69-F5B1F559025D}"/>
</file>

<file path=customXml/itemProps3.xml><?xml version="1.0" encoding="utf-8"?>
<ds:datastoreItem xmlns:ds="http://schemas.openxmlformats.org/officeDocument/2006/customXml" ds:itemID="{D1CB91EC-ACCE-4197-908B-80A64A59FE8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1581</Words>
  <Application>Microsoft Office PowerPoint</Application>
  <PresentationFormat>Widescreen</PresentationFormat>
  <Paragraphs>239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9 — O Grand Finale</dc:title>
  <dc:subject>PptxGenJS Presentation</dc:subject>
  <dc:creator>SENAC-RJ</dc:creator>
  <cp:lastModifiedBy>Mario Alberto Aragao Duarte</cp:lastModifiedBy>
  <cp:revision>2</cp:revision>
  <dcterms:created xsi:type="dcterms:W3CDTF">2026-09-02T19:31:37Z</dcterms:created>
  <dcterms:modified xsi:type="dcterms:W3CDTF">2026-09-09T11:10:24Z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2026-09-09T11:10:24Z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7ec477f4-999c-46c6-89d9-fbfa74b675b9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</Properties>
</file>