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23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na Web e a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Estilização (CSS)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A loja de tênis ganha fotos e cores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2.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imagens no HTML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tag &lt;img&gt; com src, alt (acessibilidade) e width/height.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imagens com segurança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gratuitos (Pexels, Unsplash) e respeito aos direitos autorais.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o primeiro estilo com CSS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básicos: cores, bordas, fonte e tamanho.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no projeto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estrutura do site do seu segmento e inserir imagens + CSS.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 levantamos o esqueleto. Hoje a loja ganha rosto: imagens e as primeiras cores.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do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produto que só tinha texto? Hoje ele ganha a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do tênis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E, pela primeira vez, vamos sair do preto e branco: o </a:t>
            </a: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entra em cena para dar cor, borda e tipografia.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é usado?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página que você abre tem imagens e estilo. Um e-commerce sem foto de produto não vende; um site sem CSS parece um documento dos anos 90. Estas duas habilidades — imagem e estilo — estão em 100% dos sites profissionais.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🖼️  Curiosidade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foto publicada na web foi carregada por Tim Berners-Lee em 1992 — uma banda cômica do CERN, as "Les Horribles Cernettes".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disso, a web era só texto e links. A tag &lt;img&gt; foi proposta em 1993 e mudou tudo: transformou a internet num lugar visual.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surgiu em 1996, para separar o "conteúdo" (HTML) da "aparência" (CSS) — a base de todo site moderno.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tag &lt;img&gt; — colocando imagens na página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elemento vazio: não tem conteúdo nem fechamento. Tudo o que ela precisa vem nos atributos.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368296"/>
            <a:ext cx="10735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 src="img/aerorun.jpg"  alt="Tênis AeroRun laranja de perfil"  width="300"  height="200"&gt;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1788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do arquivo (source). Aponta para a imagem dentro da pasta img/.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1788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alternativo. Descreve a imagem para leitores de tela e quando ela não carrega.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675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em pixels, definida no próprio HTML.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675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em pixels, definida no próprio HTML.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atributo alt — acessibilidade de verdade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alt é a alma da imagem acessível. Ele serve para três coisas: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47088" y="23774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847088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Leitor de tela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cegas "ouvem" a descrição da imagem. Sem alt, ouvem só "imagem" — ou nada.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9392" y="2148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237744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272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falha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imagem não carrega (internet ruim, link quebrado), o alt aparece no lugar.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10144" y="21488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08592" y="237744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9308592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93024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84464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não "vê" fotos; ele lê o alt para entender e indexar a imagem.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532120" cy="1234440"/>
          </a:xfrm>
          <a:prstGeom prst="roundRect">
            <a:avLst>
              <a:gd name="adj" fmla="val 6667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892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alt bem escrito: 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alt="Tênis AeroRun laranja visto de lado"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47091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892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alt ruim: 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alt="img1" ou alt="foto"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não descreve nada.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 e height — dando tamanho à imagem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a largura e a altura em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no próprio HTML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Isso reserva o espaço da imagem antes de ela carregar — evita aquele "pulo" da página.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596896"/>
            <a:ext cx="51572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src="img/tenis.jpg"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alt="Tênis de corrida"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width="300" height="200"&gt;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4688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Cuidado com a proporção.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width e height não respeitarem a proporção original, a imagem fica ESTICADA ou ACHATADA.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proporção  — 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foto é 600×400, use 300×200 (metade de cada lado).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727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imagem gigante  — 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 de 4000px "encolhida" no HTML continua pesada e deixa o site lento.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8581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38581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imagem antes  — 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Redimensione no computador para o tamanho real de uso (veremos otimização adiante).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achar imagens — e os direitos autorais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imagem da internet pode ser usada. Baixar do Google pode dar processo. Use bancos gratuitos e verifique a licença.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8716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pexels.com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46704" y="228600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248716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9664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44768" y="228600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248716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Pixabay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pixabay.com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42832" y="228600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48716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65792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Freepik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freepik.com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© Direitos autorais — regras de ouro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206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imagem tem um dono. Usar sem permissão é violação de direito autoral (pode dar multa).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imagens com licença livre (ex.: Creative Commons) ou dos bancos gratuitos acima.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licença: algumas exigem dar crédito ao autor; outras proíbem uso comercial.</a:t>
            </a:r>
            <a:endParaRPr lang="en-US" sz="1250" dirty="0"/>
          </a:p>
          <a:p>
            <a:pPr marL="342900" indent="-3429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não use. "Achei no Google" não é uma licença.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a foto entra no card do produto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baixe a imagem, salve na pasta img/ e insira a &lt;img&gt; dentro do &lt;article&gt;: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6858000" cy="3840480"/>
          </a:xfrm>
          <a:prstGeom prst="roundRect">
            <a:avLst>
              <a:gd name="adj" fmla="val 1905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31136"/>
            <a:ext cx="65288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id="produtos"&gt;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&lt;h2&gt;Nossos Tênis&lt;/h2&gt;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src="img/aerorun.jpg"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alt="Tênis AeroRun laranja"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width="300" height="200"&gt;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&lt;h3&gt;AeroRun Laranja&lt;/h3&gt;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&lt;p&gt;Leveza para bater seu recorde.&lt;/p&gt;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&lt;p&gt;R$ 349,90&lt;/p&gt;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2103120"/>
            <a:ext cx="4023360" cy="3840480"/>
          </a:xfrm>
          <a:prstGeom prst="roundRect">
            <a:avLst>
              <a:gd name="adj" fmla="val 2143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Saída esperada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2697480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do tênis aparece acima do nome e do preço, dentro do card.</a:t>
            </a:r>
            <a:endParaRPr lang="en-US" sz="1250" dirty="0"/>
          </a:p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para os outros produtos, trocando o src e o alt de cada um.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cor de fundo nem borda — isso é o CSS, que vem já já.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com imagens (e como corrigir)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56232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não aparece (ícone quebrado)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no src está errado. Confira a pasta (img/) e o nome exato do arquivo, com a extensão (.jpg, .png).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8775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Maiúsculas/minúsculas trocadas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Foto.JPG é diferente de foto.jpg. Use sempre minúsculas e sem espaço nos nomes.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648456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8386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esticada ou achatada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e height não respeitam a proporção original da foto.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544568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37997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lento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pesada demais (arquivo de vários MB). Redimensione antes de usar.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76088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544068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52760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a acessibilidade e o SEO. Toda &lt;img&gt; precisa de um alt descritivo.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— o que é e por que existe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</a:t>
            </a: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(Folhas de Estilo em Cascata). É a linguagem que dá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página: cores, fontes, bordas, espaçamento, posição.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 — o conteúdo (Aula 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26060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62272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3840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roupa — cores, fontes, layout (hoje!).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10144" y="26060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93024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3024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0184" y="3840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músculos — interação (mais adiante).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sacada do CSS: separar o conteúdo (HTML) da aparência (CSS) — mudo a cor do site inteiro num só lugar.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de uma regra CSS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regra CSS tem a mesma forma: um seletor (o que estilizar) e, dentro de chaves, pares propriedade: valor;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414016"/>
            <a:ext cx="10735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seletor {                 &lt;- QUEM recebe o estilo (ex.: h1, article)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propriedade: valor;   &lt;- O QUE muda (ex.: color: orange)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#FF6B35;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elemento (h1, p, article...).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9392" y="4526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característica a mudar (color, border...).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0144" y="45262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38744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38744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ajuste (a cor #FF6B35, o tamanho 16px...).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inserir o CSS na página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usar a forma mais simples para começar: o CSS incorporado, dentro de uma tag &lt;style&gt; no &lt;head&gt;.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94944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414016"/>
            <a:ext cx="662025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&lt;title&gt;SneakZone&lt;/title&gt;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&lt;style&gt;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{ font-family: Arial;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h1   { color: #FF6B35;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&lt;/style&gt;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2860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formas de usar CSS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9260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próprio elemento.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Incorporado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 tag &lt;style&gt; (hoje).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 arquivo style.css.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completa das 3 formas — e o arquivo externo — é o assunto da Aula 3.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as primeiras cores e bordas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dentro do &lt;style&gt;, adicione regras básicas. Construa junto, uma linha por vez: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6858000" cy="3840480"/>
          </a:xfrm>
          <a:prstGeom prst="roundRect">
            <a:avLst>
              <a:gd name="adj" fmla="val 1905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31136"/>
            <a:ext cx="65288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#1B1B1B;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color: #FF6B35;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 color: #0D1B2A;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{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#E3E8EF;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12px;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2103120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210312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a fonte do texto todo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3072384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307238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cor do texto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4041648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404164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borda do card (espessura, tipo, cor)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5010912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501091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interno entre a borda e o conteúdo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esperada: de documento a página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6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(só HTML)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preto no branco.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serifada padrão do navegador.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sem borda, colados.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um documento de texto.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(HTML + CSS)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em laranja, subtítulos em azul.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Arial, limpa e moderna.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produto num card com borda e respiro.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parece um site de verdade.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mesmas ferramentas em qualquer 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+ CSS resolvem a aparência de praticamente tudo.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988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da imagem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do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E-commerce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de cada produto (&lt;img&gt;)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da marca + cards com borda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📰 Blog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de capa do 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Tipografia legível para leitura longa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👩‍💻 Portfólio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dos seus projetos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pessoais e destaque no nome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🍕 Cardápio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de cada prato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de fundo apetitosa, preços destacados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🏢 Institucional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e banner da 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visual (cores oficiais)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 de trabalho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/ UI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otimizada e CSS são o dia a dia de quem cria interfaces em agências e produtos.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e bom contraste são exigência legal (LBI 13.146/2015) em sites públicos e de grandes empresas.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SEO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leves deixam o site rápido — o Google usa velocidade para rankear.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autoral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levam a sério: usar imagem sem licença gera multa e processo. Bancos e licenças são padrão.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produto e identidade visual (CSS) impactam direto na conversão de vendas.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arquivo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minúsculo, sem espaço nem acento: tenis-aerorun.jpg, nunca Tênis 1.JPG.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Otimize o peso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TinyPNG ou Squoosh para reduzir o tamanho do arquivo sem perder qualidade.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sempre descritivo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que a imagem mostra, não "imagem" ou "foto".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em hexadecimal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códigos como #FF6B35. Ferramenta: o color picker do próprio navegador (F12).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Comente o CSS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Cabeçalho */ ajuda a achar cada bloco quando o estilo crescer.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Estilize o seletor (article) uma vez e vale para TODOS os cards — não repita.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&lt;img&gt; tem 30+ anos (1993) e continua sendo uma das mais usadas da web.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WebP (do Google) deixa as imagens até 30% mais leves que o JPG — cada vez mais usado.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é imagem feita de código (vetorial): não perde qualidade em nenhum tamanho. Ótimo para logos.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se chama "em cascata" porque, se duas regras brigam, vence a mais específica / a última.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mais de 500 propriedades CSS — mas 20 delas resolvem 80% do trabalho do dia a dia.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qual escolher?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JPG  ×  PNG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 para fotos (leve, sem transparência). PNG para logos e imagens com fundo transparente.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PNG  ×  SVG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é feito de pixels (perde qualidade ampliado). SVG é vetorial: nítido em qualquer tamanho. SVG para ícones/logos.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width no HTML  ×  no CSS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HTML reserva o espaço e evita o "pulo". No CSS dá mais controle e responsividade (veremos adiante).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CSS incorporado  ×  externo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Incorporado (&lt;style&gt;) é rápido para começar. Externo (style.css) é o padrão profissional — assunto da Aula 3.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&lt;img&gt; insere imagens: src (caminho), alt (acessibilidade), width e height (tamanho).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é obrigatório: serve para leitor de tela, para quando a imagem falha e para o SEO.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bancos gratuitos (Pexels, Unsplash) e respeite os direitos autorais / licenças.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dá a aparência: seletor { propriedade: valor; }.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básicos de hoje: cor (color), fonte (font-family), borda (border), tamanho.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estrutura · CSS = aparência · JavaScript = comportamento.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AULA 2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+--------+---------+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IMAGENS          CSS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&lt;img&gt;       seletor {}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           color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           border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width/height  font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bancos +      cores 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direitos      tipografia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autorais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 — Multimídia e o poder do CSS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concluir a home com áudio, vídeo e mapas, aprofundar o CSS (in-line, incorporado e externo) e dominar a tag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Efeitos como border-radius, background-color e hover deixam o site com cara profissional.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Separe, em um banco gratuito, as imagens do seu segmento (com os créditos anotados) e escolha 2 cores para a identidade da sua loja.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"Escreva uma tag &lt;img&gt; completa (com alt) e uma regra CSS que muda a cor de um título. Explique o que cada parte faz."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18120" y="5074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termômetro de quem fixou imagem + CSS antes da Aula 3.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ganhou vida.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 as primeiras cores transformaram o esqueleto num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verdade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 Aula 3, o CSS assume o comando.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FB66067C-1241-4A9E-8D4B-0B91129B81CC}"/>
</file>

<file path=customXml/itemProps2.xml><?xml version="1.0" encoding="utf-8"?>
<ds:datastoreItem xmlns:ds="http://schemas.openxmlformats.org/officeDocument/2006/customXml" ds:itemID="{795D4D6B-1456-4BAD-914C-5257ACACF082}"/>
</file>

<file path=customXml/itemProps3.xml><?xml version="1.0" encoding="utf-8"?>
<ds:datastoreItem xmlns:ds="http://schemas.openxmlformats.org/officeDocument/2006/customXml" ds:itemID="{5DF18986-D71D-403E-BE19-DBA95A4608FF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2781</Words>
  <Application>Microsoft Office PowerPoint</Application>
  <PresentationFormat>Widescreen</PresentationFormat>
  <Paragraphs>362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— Imagens e o Primeiro CSS</dc:title>
  <dc:subject>PptxGenJS Presentation</dc:subject>
  <dc:creator>SENAC-RJ</dc:creator>
  <cp:lastModifiedBy>MARIO ALBERTO ARAGAO DUARTE</cp:lastModifiedBy>
  <cp:revision>2</cp:revision>
  <dcterms:created xsi:type="dcterms:W3CDTF">2026-08-20T12:16:30Z</dcterms:created>
  <dcterms:modified xsi:type="dcterms:W3CDTF">2026-08-21T21:24:58Z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