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5" r:id="rId15"/>
    <p:sldId id="273" r:id="rId16"/>
    <p:sldId id="27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95704-9B67-4829-A246-617D8FB349DF}" v="10" dt="2026-08-10T11:46:58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552" autoAdjust="0"/>
  </p:normalViewPr>
  <p:slideViewPr>
    <p:cSldViewPr snapToGrid="0" snapToObjects="1">
      <p:cViewPr>
        <p:scale>
          <a:sx n="150" d="100"/>
          <a:sy n="150" d="100"/>
        </p:scale>
        <p:origin x="47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custSel addSld delSld modSld">
      <pc:chgData name="Mario Alberto Aragao Duarte" userId="a1fa1215-9303-47e9-8a35-409838d5fc84" providerId="ADAL" clId="{F37CF76F-DDD9-47A5-86AF-5CB8C488BF33}" dt="2026-08-10T11:47:49.769" v="197" actId="478"/>
      <pc:docMkLst>
        <pc:docMk/>
      </pc:docMkLst>
      <pc:sldChg chg="del">
        <pc:chgData name="Mario Alberto Aragao Duarte" userId="a1fa1215-9303-47e9-8a35-409838d5fc84" providerId="ADAL" clId="{F37CF76F-DDD9-47A5-86AF-5CB8C488BF33}" dt="2026-08-10T11:28:46.277" v="0" actId="47"/>
        <pc:sldMkLst>
          <pc:docMk/>
          <pc:sldMk cId="0" sldId="257"/>
        </pc:sldMkLst>
      </pc:sldChg>
      <pc:sldChg chg="modSp mod">
        <pc:chgData name="Mario Alberto Aragao Duarte" userId="a1fa1215-9303-47e9-8a35-409838d5fc84" providerId="ADAL" clId="{F37CF76F-DDD9-47A5-86AF-5CB8C488BF33}" dt="2026-08-10T11:31:17.356" v="41" actId="6549"/>
        <pc:sldMkLst>
          <pc:docMk/>
          <pc:sldMk cId="0" sldId="262"/>
        </pc:sldMkLst>
        <pc:spChg chg="mod">
          <ac:chgData name="Mario Alberto Aragao Duarte" userId="a1fa1215-9303-47e9-8a35-409838d5fc84" providerId="ADAL" clId="{F37CF76F-DDD9-47A5-86AF-5CB8C488BF33}" dt="2026-08-10T11:30:39.315" v="39" actId="6549"/>
          <ac:spMkLst>
            <pc:docMk/>
            <pc:sldMk cId="0" sldId="262"/>
            <ac:spMk id="20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0T11:30:58.794" v="40" actId="6549"/>
          <ac:spMkLst>
            <pc:docMk/>
            <pc:sldMk cId="0" sldId="262"/>
            <ac:spMk id="22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0T11:31:17.356" v="41" actId="6549"/>
          <ac:spMkLst>
            <pc:docMk/>
            <pc:sldMk cId="0" sldId="262"/>
            <ac:spMk id="24" creationId="{00000000-0000-0000-0000-000000000000}"/>
          </ac:spMkLst>
        </pc:spChg>
      </pc:sldChg>
      <pc:sldChg chg="del">
        <pc:chgData name="Mario Alberto Aragao Duarte" userId="a1fa1215-9303-47e9-8a35-409838d5fc84" providerId="ADAL" clId="{F37CF76F-DDD9-47A5-86AF-5CB8C488BF33}" dt="2026-08-10T11:35:05.581" v="42" actId="47"/>
        <pc:sldMkLst>
          <pc:docMk/>
          <pc:sldMk cId="0" sldId="269"/>
        </pc:sldMkLst>
      </pc:sldChg>
      <pc:sldChg chg="addSp delSp modSp mod">
        <pc:chgData name="Mario Alberto Aragao Duarte" userId="a1fa1215-9303-47e9-8a35-409838d5fc84" providerId="ADAL" clId="{F37CF76F-DDD9-47A5-86AF-5CB8C488BF33}" dt="2026-08-10T11:47:49.769" v="197" actId="478"/>
        <pc:sldMkLst>
          <pc:docMk/>
          <pc:sldMk cId="0" sldId="272"/>
        </pc:sldMkLst>
        <pc:spChg chg="mod">
          <ac:chgData name="Mario Alberto Aragao Duarte" userId="a1fa1215-9303-47e9-8a35-409838d5fc84" providerId="ADAL" clId="{F37CF76F-DDD9-47A5-86AF-5CB8C488BF33}" dt="2026-08-10T11:35:49.916" v="47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0T11:36:30.015" v="50" actId="20577"/>
          <ac:spMkLst>
            <pc:docMk/>
            <pc:sldMk cId="0" sldId="272"/>
            <ac:spMk id="5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10T11:36:35.051" v="51" actId="478"/>
          <ac:spMkLst>
            <pc:docMk/>
            <pc:sldMk cId="0" sldId="272"/>
            <ac:spMk id="6" creationId="{00000000-0000-0000-0000-000000000000}"/>
          </ac:spMkLst>
        </pc:spChg>
        <pc:spChg chg="del mod">
          <ac:chgData name="Mario Alberto Aragao Duarte" userId="a1fa1215-9303-47e9-8a35-409838d5fc84" providerId="ADAL" clId="{F37CF76F-DDD9-47A5-86AF-5CB8C488BF33}" dt="2026-08-10T11:47:49.769" v="197" actId="478"/>
          <ac:spMkLst>
            <pc:docMk/>
            <pc:sldMk cId="0" sldId="272"/>
            <ac:spMk id="9" creationId="{00000000-0000-0000-0000-000000000000}"/>
          </ac:spMkLst>
        </pc:spChg>
        <pc:spChg chg="del mod">
          <ac:chgData name="Mario Alberto Aragao Duarte" userId="a1fa1215-9303-47e9-8a35-409838d5fc84" providerId="ADAL" clId="{F37CF76F-DDD9-47A5-86AF-5CB8C488BF33}" dt="2026-08-10T11:47:49.114" v="196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10T11:37:57.921" v="61" actId="478"/>
          <ac:spMkLst>
            <pc:docMk/>
            <pc:sldMk cId="0" sldId="272"/>
            <ac:spMk id="11" creationId="{00000000-0000-0000-0000-000000000000}"/>
          </ac:spMkLst>
        </pc:spChg>
        <pc:spChg chg="del mod">
          <ac:chgData name="Mario Alberto Aragao Duarte" userId="a1fa1215-9303-47e9-8a35-409838d5fc84" providerId="ADAL" clId="{F37CF76F-DDD9-47A5-86AF-5CB8C488BF33}" dt="2026-08-10T11:38:00.030" v="63" actId="478"/>
          <ac:spMkLst>
            <pc:docMk/>
            <pc:sldMk cId="0" sldId="272"/>
            <ac:spMk id="12" creationId="{00000000-0000-0000-0000-000000000000}"/>
          </ac:spMkLst>
        </pc:spChg>
        <pc:spChg chg="add del mod">
          <ac:chgData name="Mario Alberto Aragao Duarte" userId="a1fa1215-9303-47e9-8a35-409838d5fc84" providerId="ADAL" clId="{F37CF76F-DDD9-47A5-86AF-5CB8C488BF33}" dt="2026-08-10T11:38:21.947" v="68" actId="478"/>
          <ac:spMkLst>
            <pc:docMk/>
            <pc:sldMk cId="0" sldId="272"/>
            <ac:spMk id="16" creationId="{CC87D544-1D9C-1476-FC85-AA087FC57F82}"/>
          </ac:spMkLst>
        </pc:spChg>
        <pc:spChg chg="add del mod">
          <ac:chgData name="Mario Alberto Aragao Duarte" userId="a1fa1215-9303-47e9-8a35-409838d5fc84" providerId="ADAL" clId="{F37CF76F-DDD9-47A5-86AF-5CB8C488BF33}" dt="2026-08-10T11:38:22.622" v="69" actId="478"/>
          <ac:spMkLst>
            <pc:docMk/>
            <pc:sldMk cId="0" sldId="272"/>
            <ac:spMk id="18" creationId="{6884C394-797D-E9D1-A2C8-A5B410E90C5B}"/>
          </ac:spMkLst>
        </pc:spChg>
        <pc:spChg chg="add del mod">
          <ac:chgData name="Mario Alberto Aragao Duarte" userId="a1fa1215-9303-47e9-8a35-409838d5fc84" providerId="ADAL" clId="{F37CF76F-DDD9-47A5-86AF-5CB8C488BF33}" dt="2026-08-10T11:38:23.098" v="70" actId="478"/>
          <ac:spMkLst>
            <pc:docMk/>
            <pc:sldMk cId="0" sldId="272"/>
            <ac:spMk id="20" creationId="{4C59F99C-9DB1-F4E6-6B3A-B9F8688DFAFD}"/>
          </ac:spMkLst>
        </pc:spChg>
      </pc:sldChg>
      <pc:sldChg chg="add">
        <pc:chgData name="Mario Alberto Aragao Duarte" userId="a1fa1215-9303-47e9-8a35-409838d5fc84" providerId="ADAL" clId="{F37CF76F-DDD9-47A5-86AF-5CB8C488BF33}" dt="2026-08-10T11:35:45.554" v="45" actId="2890"/>
        <pc:sldMkLst>
          <pc:docMk/>
          <pc:sldMk cId="2412903566" sldId="275"/>
        </pc:sldMkLst>
      </pc:sldChg>
      <pc:sldChg chg="new del">
        <pc:chgData name="Mario Alberto Aragao Duarte" userId="a1fa1215-9303-47e9-8a35-409838d5fc84" providerId="ADAL" clId="{F37CF76F-DDD9-47A5-86AF-5CB8C488BF33}" dt="2026-08-10T11:35:40.402" v="44" actId="47"/>
        <pc:sldMkLst>
          <pc:docMk/>
          <pc:sldMk cId="4236059189" sldId="275"/>
        </pc:sldMkLst>
      </pc:sldChg>
    </pc:docChg>
  </pc:docChgLst>
  <pc:docChgLst>
    <pc:chgData name="MARIO ALBERTO ARAGAO DUARTE" userId="06584b50-a4b9-4023-be9b-e5e35e9b7140" providerId="ADAL" clId="{D81CDF59-A569-400B-8578-15960207E93B}"/>
    <pc:docChg chg="modSld">
      <pc:chgData name="MARIO ALBERTO ARAGAO DUARTE" userId="06584b50-a4b9-4023-be9b-e5e35e9b7140" providerId="ADAL" clId="{D81CDF59-A569-400B-8578-15960207E93B}" dt="2026-08-10T21:30:30.760" v="1" actId="20577"/>
      <pc:docMkLst>
        <pc:docMk/>
      </pc:docMkLst>
      <pc:sldChg chg="modSp mod">
        <pc:chgData name="MARIO ALBERTO ARAGAO DUARTE" userId="06584b50-a4b9-4023-be9b-e5e35e9b7140" providerId="ADAL" clId="{D81CDF59-A569-400B-8578-15960207E93B}" dt="2026-08-10T21:30:30.760" v="1" actId="20577"/>
        <pc:sldMkLst>
          <pc:docMk/>
          <pc:sldMk cId="0" sldId="260"/>
        </pc:sldMkLst>
        <pc:spChg chg="mod">
          <ac:chgData name="MARIO ALBERTO ARAGAO DUARTE" userId="06584b50-a4b9-4023-be9b-e5e35e9b7140" providerId="ADAL" clId="{D81CDF59-A569-400B-8578-15960207E93B}" dt="2026-08-10T21:30:30.760" v="1" actId="20577"/>
          <ac:spMkLst>
            <pc:docMk/>
            <pc:sldMk cId="0" sldId="260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1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A675-9ACD-F6DA-F9F6-911149067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A17FF-B9ED-68B5-A015-42C011B59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749BE-08B4-DFFB-5016-828CD2646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46753-8508-CF0F-D193-952EF2457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9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Vetores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(Listas em Python)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66928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muitos valores em uma única variável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 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gancho de hoje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Pergunte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× print?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import </a:t>
            </a:r>
            <a:r>
              <a:rPr lang="en-US" sz="13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1280160"/>
            <a:ext cx="3840480" cy="2788920"/>
          </a:xfrm>
          <a:prstGeom prst="roundRect">
            <a:avLst>
              <a:gd name="adj" fmla="val 295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O gancho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as notas de 30 alunos com o que sabemos: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0" y="23317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= 7.5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 = 8.0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 até nota30 😱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0" y="3337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fossem 1000? Hoje: muitos valores em UMA variável — o vetor.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vetores existem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com vários “vagões”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🚆 O trem com vagões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comum = um carro (uma coisa). Lista = um trem: um nome (notas), vários vagões numerados. Você acessa cada um pelo NÚMERO.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283464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coisas do dia a dia já são listas? (compras, playlist, contatos, tarefas). A turma já pensa em listas o tempo todo.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[7.5, 8.0, 6.5, 9.0]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965960"/>
            <a:ext cx="91440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02920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0" y="2551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2807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0" y="1965960"/>
            <a:ext cx="9144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94360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43600" y="2551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2807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58000" y="1965960"/>
            <a:ext cx="9144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85800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2551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58000" y="2807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772400" y="1965960"/>
            <a:ext cx="9144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777240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0" y="2551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772400" y="2807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29200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(0→) e negativos (←-1)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29200" y="338328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5212080" y="3383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mercado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= lista de linhas · banco = lista de registros · feed = lista de posts.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a lista e o índice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que TODO iniciante erra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[7.5, 8.0, 6.5, 9.0]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= ["Ana", "Bruno"]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vazia = []   # p/ preencher depois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03504" y="30998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86384" y="30998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69264" y="30998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300984"/>
            <a:ext cx="3895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print(notas[0])   # 7.5 (1º!)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print(notas[-1])  # 9.0 (último)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13716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0" y="1371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 índice começa em ZERO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1º item é o índice 0, o 2º é o 1.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37760" y="274320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102352" y="274320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Previsão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vale notas[1]? 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3474720"/>
            <a:ext cx="3749040" cy="667512"/>
          </a:xfrm>
          <a:prstGeom prst="roundRect">
            <a:avLst>
              <a:gd name="adj" fmla="val 12308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20640" y="34747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IndexError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notas[4] numa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Alterar itens e o tamanho (len)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são mutáveis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[7.5, 8.0, 6.5, 9.0]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notas[2] = 10.0   # troca o 3º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print(notas)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[7.5, 8.0, 10.0, 9.0]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03504" y="32369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86384" y="32369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438144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print(len(notas))   # 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0" y="1371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relação de ouro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len(notas) = 4, os índices válidos vão de 0 a len-1 (= 3). Isso explica o IndexError e é a base de percorrer a lista.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37760" y="29718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102352" y="2971800"/>
            <a:ext cx="3419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Conecte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é a mesma função que já media o tamanho de um texto na Aula 8 — agora conta itens da lista.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Percorrer com for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 Aula 6 volta — agora com dados de verdade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1 — direto nos itens (a mais usada)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6002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282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282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282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29384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nota in notas: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print(nota)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2 — com índice (quando precisa da posição)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182112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03504" y="3310128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86384" y="3310128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69264" y="3310128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21792" y="3511296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range(len(notas)):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print(f"Aluno {i+1}: {notas[i]}")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37760" y="13716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102352" y="1371600"/>
            <a:ext cx="3419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números do range; agora percorre os ITENS de uma lista. É o mesmo for.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274320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02352" y="274320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imprimam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Ana/Bruno/Carla com 1, 2, 3 na frente.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3474720"/>
            <a:ext cx="3749040" cy="667512"/>
          </a:xfrm>
          <a:prstGeom prst="roundRect">
            <a:avLst>
              <a:gd name="adj" fmla="val 12308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5120640" y="34747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do número da posição? Forma 2. Senão, Forma 1.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essenciais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lista.metodo() — o que o PTD pede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669280" cy="257860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quer…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PTD (JS)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 ao fim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lista.append(x)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remover um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lista.remove(x)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lista.sort()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ocorrências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lista.count(x)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 · somar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len(l) · sum(l)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· 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09360" y="13716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Método?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função que “pertence” à lista: lista.metodo(). Base da POO (Aula 11).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09360" y="288036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6473952" y="2880360"/>
            <a:ext cx="2048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= acumulador de listas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acumulador da Aula 6, mas juntando ITENS em vez de somar.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· sort · remove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mais importante da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— construir a lista aos poucos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60020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282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282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282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2938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[]          # ANTES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float(input("Nota: "))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notas.append(n)  # vai juntando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03504" y="32369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786384" y="32369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21792" y="3438144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numeros.sort()          # crescente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numeros.sort(reverse=True)  # decr.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375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08406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26694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544982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02352" y="1700784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compras = ["arroz","feijão","óleo"]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compras.remove("feijão")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print(compras)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['arroz', 'óleo']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37760" y="29718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5120640" y="29718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Ponto de ensino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= [] PRECISA vir antes do for — senão a lista esvaziaria a cada volta (igual ao acumulador).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Resumos rápidos · e a média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· max · min · count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73736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[7.5, 8.0, 6.5, 9.0]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sum(notas)   # 31.0  (soma tudo)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max(notas)   # 9.0   (o maior)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min(notas)   # 6.5   (o menor)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notas.count(8.0)  #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37160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A </a:t>
            </a:r>
            <a:r>
              <a:rPr lang="en-US" sz="1400" b="1" dirty="0" err="1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= sum(notas) / len(notas) — soma tudo e divide pela quantidade.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0" y="292608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33872" y="292608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Desafio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precos = [10,25,5,40]: mais caro e mais barato em 1 linha cada? (max / min)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boletim da turma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num loop + sum + len + max + min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212080" cy="2606040"/>
          </a:xfrm>
          <a:prstGeom prst="roundRect">
            <a:avLst>
              <a:gd name="adj" fmla="val 210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901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[]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 = int(input("Quantos alunos? "))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range(qtd):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float(input(f"Aluno {i+1}: "))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notas.append(nota)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sum(notas) / len(notas)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print(f"Média: {media:.1f}")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print(f"Maior: {max(notas)}")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print(f"Menor: {min(notas)}")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52160" y="137160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016752" y="1371600"/>
            <a:ext cx="2505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Faça ao vivo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3–4 notas. Dê um print(notas) dentro do loop → a lista CRESCENDO (debug da Aula 7).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52160" y="28803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035040" y="2880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Por que notas=[] ANTES?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estivesse dentro do for, esvaziaria a cada volta.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atividades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Guiados e individuais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301446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Guiados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frutas: 1ª, última [-1] e total (len)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números com append → soma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da turma (média, maior, menor)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· Controle de Notas da Turma JWC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+ loop + condicional + contador + funções prontas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718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[]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 = int(input("Quantos alunos? "))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range(qtd):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notas.append(float(input(f"Aluno {i+1}: ")))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sum(notas) / len(notas)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aprovados = 0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nota in notas: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nota &gt;= 7: aprovados += 1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notas.sort(reverse=True)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print(f"Aprovados: {aprovados} de {qtd}")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aula inteira aqui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33872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(hoje) + loop (A6)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contador (A4/A6)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sum·len·max·min·sort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32004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5216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+ desafio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+ push. Extra: vire média e contagem em FUNÇÕES (Aula 8).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Exercicios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4BD8D-5626-C05A-D293-AD4C8D45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696CBA-237B-58FB-DA46-F5BAC28F8BEC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C0DDF4-3319-54BC-C464-9819336A5EF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5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2E3133F-D893-51F0-6647-C5DEBB89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9C3F9E7-8E2B-8F35-F459-B493CD5F622C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3483CC1-126A-B822-2E8F-35023C0A56C4}"/>
              </a:ext>
            </a:extLst>
          </p:cNvPr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da aula</a:t>
            </a:r>
            <a:endParaRPr lang="en-US" sz="11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50BD766-1690-2C71-A905-46E961039BC5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9B79A9-D50A-C09F-B225-DAF293961161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968BFFD-9FF3-6024-DB2A-0E2AFCBAAFA3}"/>
              </a:ext>
            </a:extLst>
          </p:cNvPr>
          <p:cNvSpPr/>
          <p:nvPr/>
        </p:nvSpPr>
        <p:spPr>
          <a:xfrm>
            <a:off x="457200" y="1371600"/>
            <a:ext cx="4160520" cy="2697480"/>
          </a:xfrm>
          <a:prstGeom prst="roundRect">
            <a:avLst>
              <a:gd name="adj" fmla="val 30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105E95-11BA-B47B-DCFF-42EA17680E78}"/>
              </a:ext>
            </a:extLst>
          </p:cNvPr>
          <p:cNvSpPr/>
          <p:nvPr/>
        </p:nvSpPr>
        <p:spPr>
          <a:xfrm>
            <a:off x="658368" y="15544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guarda vários valores entre [ ]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começa em 0 · lista[-1] é o último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len(lista) = tamanho · índices de 0 a len-1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com for (direto ou com range(len()))</a:t>
            </a:r>
            <a:endParaRPr lang="en-US" sz="13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27F8987-8746-0E46-EF57-293F3FA2229C}"/>
              </a:ext>
            </a:extLst>
          </p:cNvPr>
          <p:cNvSpPr/>
          <p:nvPr/>
        </p:nvSpPr>
        <p:spPr>
          <a:xfrm>
            <a:off x="4754880" y="1371600"/>
            <a:ext cx="393192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14C16BC-A209-03D9-FBCD-29CD474F4BF4}"/>
              </a:ext>
            </a:extLst>
          </p:cNvPr>
          <p:cNvSpPr/>
          <p:nvPr/>
        </p:nvSpPr>
        <p:spPr>
          <a:xfrm>
            <a:off x="4956048" y="15544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adiciona · remove tira · sort ordena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· len · max · min · count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= sum(lista) / len(lista)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Construir: [] antes do loop + append dentro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CA63184-15B6-CE1E-50C5-30B16C734555}"/>
              </a:ext>
            </a:extLst>
          </p:cNvPr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6FCF386-5B20-6379-EE96-4FA1A5EEE863}"/>
              </a:ext>
            </a:extLst>
          </p:cNvPr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41290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10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(lista de listas)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organiza dados em UMA linha. E uma TABELA, com linhas e colunas — um boletim com vários alunos E várias matérias, ou um tabuleiro de jogo?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10: matriz = lista de listas · matriz[linha][coluna]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com loops aninhados (for dentro de for)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PTD sugere fechar com um jogo (Batalha Naval, Jogo da Velha)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Ponte: índice e for de hoje se aplicam igual — a matriz é a extensão natural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9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9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Vetores/listas: guardar e processar muitos dados de uma vez.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10 — Matrizes (lista de listas)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1628</Words>
  <Application>Microsoft Office PowerPoint</Application>
  <PresentationFormat>Apresentação na tela (16:9)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2</cp:revision>
  <dcterms:created xsi:type="dcterms:W3CDTF">2026-08-06T19:51:50Z</dcterms:created>
  <dcterms:modified xsi:type="dcterms:W3CDTF">2026-08-11T00:54:21Z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2026-08-07T13:17:38Z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9e595662-5445-4559-874a-058a499fbc8d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