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custSel mod delSld modSld">
      <pc:chgData name="Mario Alberto Aragao Duarte" userId="a1fa1215-9303-47e9-8a35-409838d5fc84" providerId="ADAL" clId="{F37CF76F-DDD9-47A5-86AF-5CB8C488BF33}" dt="2026-09-10T12:32:18.318" v="10" actId="47"/>
      <pc:docMkLst>
        <pc:docMk/>
      </pc:docMkLst>
      <pc:sldChg chg="delSp modSp mod">
        <pc:chgData name="Mario Alberto Aragao Duarte" userId="a1fa1215-9303-47e9-8a35-409838d5fc84" providerId="ADAL" clId="{F37CF76F-DDD9-47A5-86AF-5CB8C488BF33}" dt="2026-09-10T12:01:43.956" v="6" actId="20577"/>
        <pc:sldMkLst>
          <pc:docMk/>
          <pc:sldMk cId="0" sldId="256"/>
        </pc:sldMkLst>
        <pc:spChg chg="mod">
          <ac:chgData name="Mario Alberto Aragao Duarte" userId="a1fa1215-9303-47e9-8a35-409838d5fc84" providerId="ADAL" clId="{F37CF76F-DDD9-47A5-86AF-5CB8C488BF33}" dt="2026-09-10T12:01:43.956" v="6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9-10T12:01:35.873" v="0" actId="478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Mario Alberto Aragao Duarte" userId="a1fa1215-9303-47e9-8a35-409838d5fc84" providerId="ADAL" clId="{F37CF76F-DDD9-47A5-86AF-5CB8C488BF33}" dt="2026-09-10T12:30:42.460" v="8" actId="47"/>
        <pc:sldMkLst>
          <pc:docMk/>
          <pc:sldMk cId="0" sldId="258"/>
        </pc:sldMkLst>
      </pc:sldChg>
      <pc:sldChg chg="del">
        <pc:chgData name="Mario Alberto Aragao Duarte" userId="a1fa1215-9303-47e9-8a35-409838d5fc84" providerId="ADAL" clId="{F37CF76F-DDD9-47A5-86AF-5CB8C488BF33}" dt="2026-09-10T12:31:44.793" v="9" actId="47"/>
        <pc:sldMkLst>
          <pc:docMk/>
          <pc:sldMk cId="0" sldId="265"/>
        </pc:sldMkLst>
      </pc:sldChg>
      <pc:sldChg chg="del">
        <pc:chgData name="Mario Alberto Aragao Duarte" userId="a1fa1215-9303-47e9-8a35-409838d5fc84" providerId="ADAL" clId="{F37CF76F-DDD9-47A5-86AF-5CB8C488BF33}" dt="2026-09-10T12:32:18.318" v="10" actId="47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6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 — Introdução ao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 Primeiros Programas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Desenvolver Aplicações Back-end para Web com </a:t>
            </a:r>
            <a:r>
              <a:rPr lang="en-US" sz="200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Acolhimento — a jornada da JWC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JWC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JWC abriu vaga de Programador Full Stack; o processo é por desafios. Vocês são os candidatos.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curso evolui dos fundamentos até o back-end com Django.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verificar o ambiente, escrever o 1º programa, e dominar variáveis, entrada de dados, operadores e condicionais.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&amp; primeiro programa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 estação de trabalho e rodar o primeiro código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o ambiente (máquinas já preparadas)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check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      # ou:  py --version
pip --version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IDE: PyCharm  ou  VS Code
# VS Code: confira a extensao Python (Microsoft)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laboratório já vem pronto, fazemos uma verificação rápida — todos com o Python respondendo.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venv e pip — por que existem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PTD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venv: uma 'despensa' isolada de dependencias por projeto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
.venv\Scripts\activate      # Windows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pip: o entregador de bibliotecas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&lt;pacote&gt;          # ex.: Django (Aula 7)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projeto tem sua própria despensa: a biblioteca de um não interfere no outro. (Item do Desafio 1 no PTD.)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primeiro programa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print("Alo mundo")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O que vocês acham que o print() faz? → exibe informações na tela.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Run  (ou no terminal: python alo.py)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da linguagem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Variáveis, tipos, entrada de dados e operadores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e tipos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tipos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"Maria"     # str   -&gt; texto
idade = 20         # int   -&gt; inteiro
altura = 1.65      # float -&gt; com decimais
aprovado = True    # bool  -&gt; verdadeiro/falso
print(type(nome))  # &lt;class 'str'&gt;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Variável = espaço para guardar um valor. type() revela o tipo.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de dados e conversão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input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input("Digite seu nome: ")   # input() retorna TEXTO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converter para calcular: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int(input("Digite sua idade: "))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funcoes de conversao:  int()   float()   str()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Sem o int(), a 'idade' fica como texto e as contas quebram.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aritméticos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10;  b = 3
print(a + b)   # 13   soma
print(a - b)   # 7    subtracao
print(a * b)   # 30   multiplicacao
print(a / b)   # 3.33 divisao
print(a // b)  # 3    divisao inteira
print(a % b)   # 1    resto
print(a ** b)  # 1000 potencia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Exercício: receber 2 números e mostrar soma, subtração, multiplicação e divisão.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Juntar texto: concatenação, % e f-string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strings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"João"; idade = 20
print("Nome: " + nome)                  # concatenacao
print("Idade: %d anos" % idade)         # interpolacao %
print(f"Meu nome e {nome}, tenho {idade}.")  # f-string 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juntar texto e número, use conversão ou (melhor) f-string. 🧑‍💻 Exercício: nome + idade + cidade numa frase.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Tomando decisões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Condicionais e operadores lógicos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Condicionais: if / elif / else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if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4480560"/>
          </a:xfrm>
          <a:prstGeom prst="roundRect">
            <a:avLst>
              <a:gd name="adj" fmla="val 204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int(input("Digite sua idade: "))
if idade &gt;= 18:
    print("Maior de idade")
else:
    print("Menor de idade")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comparadores:  ==  !=  &gt;  &lt;  &gt;=  &lt;=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lógicos e in / not 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 -&gt;  as duas verdadeiras
# or   -&gt;  pelo menos uma
# not  -&gt;  inverte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idade &gt;= 18 and idade &lt;= 60:
    print("Faixa permitida")
nome = input("Digite seu nome: ")
if "a" in nome:
    print("O nome possui a letra A")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Indentação (4 espaços) define o bloco do if.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&amp; entrega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real, correção e envio ao GitHub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— aluno aprovado?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prática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input("Nome: ")
idade = int(input("Idade: "))
nota = float(input("Nota: "))
if nota &gt;= 7:
    resultado = "Aprovado"
elif nota &gt;= 5:
    resultado = "Recuperacao"
else:
    resultado = "Reprovado"
print(f"{nome}, voce foi: {resultado}")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float() na nota? 🗣️  O que aconteceria sem a conversão?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conferido (Python, pip, IDE) + noção de venv.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print, variáveis e tipos (str/int/float/bool), type().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(sempre texto) + conversão · operadores aritméticos.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Concatenação, % e f-string · condicionais e lógicos (and/or/not/in).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mais condicionais + o desafio da palavra secreta (forca).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01 — Introdução ao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  <_ApprovalSentBy xmlns="86243fb6-e625-4153-bf24-3dbb8808cb3e">
      <UserInfo>
        <DisplayName/>
        <AccountId xsi:nil="true"/>
        <AccountType/>
      </UserInfo>
    </_ApprovalSent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9115B5-A476-40A7-90A5-BDD76C671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243fb6-e625-4153-bf24-3dbb8808cb3e"/>
    <ds:schemaRef ds:uri="29c85e31-c0e5-4fba-ab60-4fce8ca17c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4D6008-448C-4BE3-9384-0C08927F1B71}">
  <ds:schemaRefs>
    <ds:schemaRef ds:uri="http://schemas.microsoft.com/office/2006/metadata/properties"/>
    <ds:schemaRef ds:uri="http://schemas.microsoft.com/office/infopath/2007/PartnerControls"/>
    <ds:schemaRef ds:uri="86243fb6-e625-4153-bf24-3dbb8808cb3e"/>
    <ds:schemaRef ds:uri="29c85e31-c0e5-4fba-ab60-4fce8ca17cbc"/>
  </ds:schemaRefs>
</ds:datastoreItem>
</file>

<file path=customXml/itemProps3.xml><?xml version="1.0" encoding="utf-8"?>
<ds:datastoreItem xmlns:ds="http://schemas.openxmlformats.org/officeDocument/2006/customXml" ds:itemID="{3AC60081-9E84-4ADA-9A87-70564C080F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1087</Words>
  <Application>Microsoft Office PowerPoint</Application>
  <PresentationFormat>Widescreen</PresentationFormat>
  <Paragraphs>107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2026-09-08T19:34:24Z</dcterms:created>
  <dcterms:modified xsi:type="dcterms:W3CDTF">2026-09-11T21:26:32Z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2026-09-10T12:01:44Z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46e16041-e289-4f98-9b8c-a893ccd4286e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  <property fmtid="{D5CDD505-2E9C-101B-9397-08002B2CF9AE}" pid="11" name="MediaServiceImageTags">
    <vt:lpwstr/>
  </property>
</Properties>
</file>