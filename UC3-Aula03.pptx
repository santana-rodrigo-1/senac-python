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57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1396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1463040" cy="128016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EM PYTHON · SENAC-RJ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03 — Estruturas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Repetição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· while · range() · contador · desafio JWC (controle de acesso)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— a missão de hoje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JWC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aula passada vocês trabalharam com decisões (if/else).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 E quando precisamos executar a mesma ação várias vezes?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imprimir o nome de 30 alunos… escreveríamos 30 print()?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03 — Estruturas de Repetição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Estruturas de repetição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Executar um bloco de código várias vezes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repetir?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Sem repeticao (repetitivo e dificil de manter):
</a:t>
            </a: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print("Ola")
print("Ola")
print("Ola")   # ... e assim 5, 30, 1000 vezes
</a:t>
            </a:r>
            <a:r>
              <a:rPr lang="en-US" sz="17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 Python:
</a:t>
            </a: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range(5):
    print("Ola")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 Qual dos dois é mais fácil de manter e alterar?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03 — Estruturas de Repetição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+ range() — anatomia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for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range(5):
    print("Ola")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= repetição · i = variável do laço · range(5) = valores de 0 a 4 · ':' abre o bloco · indentação (4 espaços) = o que pertence ao for.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03 — Estruturas de Repetição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— preveja e pratique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demo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range(3):    # 0, 1, 2
    print(i)
for i in range(1, 6): # 1, 2, 3, 4, 5
    print(i)
</a:t>
            </a:r>
            <a:r>
              <a:rPr lang="en-US" sz="17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pares de 0 a 20
</a:t>
            </a: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range(0, 21):
    if n % 2 == 0:
        print(n)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 Antes de rodar, pergunte à turma o que vai sair. Depois execute e confira.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03 — Estruturas de Repetição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— Tabuada (for + f-string)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🧑‍💻 exercício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 = int(input("Digite um numero: "))
for i in range(1, 11):
    resultado = numero * i
    print(f"{numero} x {i} = {resultado}")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 tudo: input, conversão, for, range e f-string.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03 — Estruturas de Repetição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estrutura while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Repete enquanto uma condição for verdadeira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— contador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while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contador = 0            # valor inicial
while contador &lt; 5:     # condicao de repeticao
    print(contador)     # acao executada
    contador += 1       # atualiza o contador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+= 1 avança o contador. Sem essa linha, o laço nunca para.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03 — Estruturas de Repetição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Cuidado: loop infinito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atenção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contador = 0
while contador &lt; 5:
    print(contador)
</a:t>
            </a:r>
            <a:r>
              <a:rPr lang="en-US" sz="17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FALTA:  contador +=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 O que está faltando? A condição nunca fica falsa → o programa trava. Todo while precisa de uma condição de parada.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03 — Estruturas de Repetição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Repetição + condição (while + if)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 = 1
while numero &lt;= 10:
    if numero % 2 == 0:
        print(numero)   # so os pares
    numero += 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Frase de ouro: o while decide QUANDO continuar; o if decide O QUE fazer.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03 — Estruturas de Repetição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— Contagem regressiva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🧑‍💻 exercício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4480560"/>
          </a:xfrm>
          <a:prstGeom prst="roundRect">
            <a:avLst>
              <a:gd name="adj" fmla="val 2041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 = 10
while numero &gt;= 0:
    print(numero)
    numero -= 1        # -= diminui
print("Fim!")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03 — Estruturas de Repetição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da JWC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acesso — senha com até 3 tentativas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— Controle de acesso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desafio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JWC precisa de um sistema simples de tentativas de acesso. O programa deve: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solicitar uma senha;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permitir até 3 tentativas;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avisar quando a senha estiver correta (e parar);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bloquear o acesso depois de 3 </a:t>
            </a:r>
            <a:r>
              <a:rPr lang="en-US" sz="2000" dirty="0" err="1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</a:t>
            </a: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03 — Estruturas de Repetição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 — com break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solução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4480560"/>
          </a:xfrm>
          <a:prstGeom prst="roundRect">
            <a:avLst>
              <a:gd name="adj" fmla="val 2041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senha_correta = "1234"
tentativas = 0
while tentativas &lt; 3:
    senha = input("Digite a senha: ")
    tentativas += 1
    if senha == senha_correta:
        print("Acesso permitido!")
        break
    else:
        print("Senha incorreta.")
if tentativas == 3 and senha != senha_correta:
    print("Acesso bloqueado!")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03 — Estruturas de Repetição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 — sem break (flag)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senha_correta = "1234"
tentativas = 0
acesso = False
while tentativas &lt; 3 and acesso == False:
    senha = input("Digite a senha: ")
    tentativas += 1
    if senha == senha_correta:
        acesso = True
        print("Acesso permitido!")
    else:
        print("Senha incorreta.")
if acesso == False:
    print("Acesso bloqueado!")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Duas formas de resolver o mesmo problema — discuta qual é mais clara.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03 — Estruturas de Repetição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&amp; próximos passos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fecho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+ range() para repetir um número conhecido de vezes.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para repetir enquanto uma condição for verdadeira — sempre com condição de parada.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 (+=, -=), if dentro do laço, break como complemento.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a evitar: loop infinito (esquecer de atualizar a variável).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➡️ Próxima aula: coleções de dados — listas, tuplas e dicionários.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03 — Estruturas de Repetição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d9ea4bfe24da9323925474f8e7a5d9c2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96066f67e9ef9d03c561a9b1a7d8b26b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dexed="true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  <_ApprovalSentBy xmlns="86243fb6-e625-4153-bf24-3dbb8808cb3e">
      <UserInfo>
        <DisplayName/>
        <AccountId xsi:nil="true"/>
        <AccountType/>
      </UserInfo>
    </_ApprovalSentBy>
  </documentManagement>
</p:properties>
</file>

<file path=customXml/itemProps1.xml><?xml version="1.0" encoding="utf-8"?>
<ds:datastoreItem xmlns:ds="http://schemas.openxmlformats.org/officeDocument/2006/customXml" ds:itemID="{A6538E0E-A8E3-4857-BE4B-EB1BF2E5D28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025CF9-449F-4D68-8133-5D9006ABFF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243fb6-e625-4153-bf24-3dbb8808cb3e"/>
    <ds:schemaRef ds:uri="29c85e31-c0e5-4fba-ab60-4fce8ca17c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91F8CCC-A78E-4E6B-B112-F2F743352573}">
  <ds:schemaRefs>
    <ds:schemaRef ds:uri="http://schemas.microsoft.com/office/2006/metadata/properties"/>
    <ds:schemaRef ds:uri="http://schemas.microsoft.com/office/infopath/2007/PartnerControls"/>
    <ds:schemaRef ds:uri="86243fb6-e625-4153-bf24-3dbb8808cb3e"/>
    <ds:schemaRef ds:uri="29c85e31-c0e5-4fba-ab60-4fce8ca17cb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1071</Words>
  <Application>Microsoft Office PowerPoint</Application>
  <PresentationFormat>Widescreen</PresentationFormat>
  <Paragraphs>110</Paragraphs>
  <Slides>17</Slides>
  <Notes>17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18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Mario Alberto Aragao Duarte</cp:lastModifiedBy>
  <cp:revision>3</cp:revision>
  <dcterms:created xsi:type="dcterms:W3CDTF">2026-09-08T19:25:03Z</dcterms:created>
  <dcterms:modified xsi:type="dcterms:W3CDTF">2026-09-14T21:47:41Z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2026-09-14T11:26:00Z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6a5c7da3-87ba-43b9-a1a2-87082aeacf36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  <property fmtid="{D5CDD505-2E9C-101B-9397-08002B2CF9AE}" pid="10" name="ContentTypeId">
    <vt:lpwstr>0x010100CD51460BBB3BD64989C0AF0085EB7E4E</vt:lpwstr>
  </property>
  <property fmtid="{D5CDD505-2E9C-101B-9397-08002B2CF9AE}" pid="11" name="MediaServiceImageTags">
    <vt:lpwstr/>
  </property>
</Properties>
</file>