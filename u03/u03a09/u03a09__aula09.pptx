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88" r:id="rId32"/>
    <p:sldId id="289" r:id="rId33"/>
    <p:sldId id="290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556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94560"/>
            <a:ext cx="1463040" cy="128016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EM PYTHON · SENAC-RJ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09 — Dados e</a:t>
            </a:r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 </a:t>
            </a:r>
            <a:r>
              <a:rPr lang="en-US" sz="4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Back-end com Python  ·  Projeto SneakZone  ·  4h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 err="1">
                <a:solidFill>
                  <a:srgbClr val="F2A0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isolar</a:t>
            </a:r>
            <a:r>
              <a:rPr lang="en-US" sz="1550" dirty="0">
                <a:solidFill>
                  <a:srgbClr val="F2A0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URLs · view → template · {{ }} {% for %} {% if %} · &lt;int:id&gt;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sai sabendo hoje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objetivos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 err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</a:t>
            </a: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</a:t>
            </a:r>
            <a:r>
              <a:rPr lang="en-US" sz="1900" dirty="0" err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rotas</a:t>
            </a: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isolando</a:t>
            </a: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URLs </a:t>
            </a:r>
            <a:r>
              <a:rPr lang="en-US" sz="1900" dirty="0" err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</a:t>
            </a: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 err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</a:t>
            </a: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dados da view para o template (contexto) e exibir com {{ }}.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{% for %}, {% if %}/{% else %} e {% empty %} no template.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Formatar valores com filtros de template.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URLs dinâmicas (&lt;int:id&gt;) e a página de detalhes do produto.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Isolar as URLs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app cuida das suas próprias rotas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Hoje: todas as rotas num arquivo só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problema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sneakzone/urls.py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urlpatterns = [
    path("", views.home, name="home"),
    path("produtos/", views.produtos, name="produtos"),
    path("sobre/", views.sobre, name="sobre"),
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E se o sistema tiver 50 URLs? Tudo num arquivo só vira bagunça.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 — cada app com seu urls.py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estrutura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sneakzone/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urls.py      &lt;- rotas gerais (admin, inclui o app)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core/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urls.py      &lt;- rotas do app core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delega: 'as rotas do core estão no core'. Organização sem complicar.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sneakzone/urls.py — delega para o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projeto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django.contrib import admin
from django.urls import include, path
urlpatterns = [
    path("admin/", admin.site.urls),
    path("", include("core.urls")),
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include('core.urls') = 'o resto das rotas está no core'. É a peça-chave.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core/urls.py — as rotas do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django.urls import path
from . import views
urlpatterns = [
    path("", views.home, name="home"),
    path("produtos/", views.produtos, name="produtos"),
    path("produtos/&lt;int:id&gt;/", views.produto_detalhe, name="produto_detalhe"),
    path("sobre/", views.sobre, name="sobre"),
    path("contato/", views.contato, name="contato"),
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as rotas do site, juntinhas e organizadas no app.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conceito para guardar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sneakzone/urls.py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↓   'Para onde vai?'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core/urls.py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↓   'Qual rota?'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views.py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↓   'Qual lógica?'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pedido passa pelas rotas gerais, vai para o app certo e cai na view.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no template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view manda os dados; o template mostra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Home com dados — a 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home(request):
    contexto = {
        "nome_loja": "SneakZone",
        "titulo": "Os melhores tenis para o seu estilo",
        "subtitulo": "Encontre seu proximo par."
    }
    return render(request, "core/home.html", contexto)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contexto é um dicionário: a view entrega esses dados para o template.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Home com dados — o template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template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'core/base.html' %}
{% block title %}Home | SneakZone{% endblock %}
{% block content %}
&lt;div class="text-center"&gt;
  &lt;h1&gt;{{ titulo }}&lt;/h1&gt;
  &lt;p&gt;{{ subtitulo }}&lt;/p&gt;
  &lt;a href="{% url 'produtos' %}" class="btn btn-primary"&gt;Ver produtos&lt;/a&gt;
&lt;/div&gt;
{% endblock %}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 titulo }} pega o valor que veio da view. View → dados → Template.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→ dados → Template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↓   monta o contexto (dados)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↓   entrega ao template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↓   {{ }} mostra na tela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view pensa; o template mostra. Cada um com o seu papel.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lista de categorias — {% for %}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for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 view:
</a:t>
            </a:r>
            <a:r>
              <a:rPr lang="en-US" sz="14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 = ["Corrida", "Casual", "Esportivo", "Streetwear"]
</a:t>
            </a:r>
            <a:r>
              <a:rPr lang="en-US" sz="14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contexto["categorias"] = categorias
</a:t>
            </a:r>
            <a:r>
              <a:rPr lang="en-US" sz="14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4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no template: --&gt;
</a:t>
            </a:r>
            <a:r>
              <a:rPr lang="en-US" sz="14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class="row"&gt;
  {% for categoria in categorias %}
    &lt;div class="col-md-3"&gt;&lt;div class="card mb-3"&gt;
      &lt;div class="card-body text-center"&gt;&lt;h5&gt;{{ categoria }}&lt;/h5&gt;&lt;/div&gt;
    &lt;/div&gt;&lt;/div&gt;
  {% endfor %}
&lt;/div&gt;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juntamos: variável + lista + for + Bootstrap (cards).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lista de produtos — definida UMA vez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dados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topo do views.py (reaproveitada por todas as views):
</a:t>
            </a: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 = [
    {"id": 1, "nome": "Air Run",    "preco": 299.90,
     "categoria": "Corrida",    "estoque": 10},
    {"id": 2, "nome": "Street Max", "preco": 399.90,
     "categoria": "Streetwear", "estoque": 5},
    {"id": 3, "nome": "Runner Pro", "preco": 499.90,
     "categoria": "Corrida",    "estoque": 0},
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Por que criar PRODUTOS uma vez só? Para não duplicar os mesmos dados (reutilização).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view de produtos usa a lista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produtos(request):
    return render(request, "core/produtos.html",
                  {"produtos": PRODUTOS})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lista PRODUTOS alimenta o template. Simples e sem repetição.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template decide: {% if %}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if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produto.estoque &gt; 0 %}
    &lt;button class="btn btn-primary"&gt;Comprar&lt;/button&gt;
{% else %}
    &lt;button class="btn btn-secondary" disabled&gt;Produto esgotado&lt;/button&gt;
{% endif %}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template também toma decisões de apresentação. (o if de template aceita &gt;, &lt;, ==)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 com {% if %} / {% else %}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else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produto.estoque &gt; 0 %}
    &lt;span class="badge bg-success"&gt;Disponivel&lt;/span&gt;
{% else %}
    &lt;span class="badge bg-danger"&gt;Esgotado&lt;/span&gt;
{% endif %}
{% if produto.preco &lt; 300 %}
    &lt;span class="badge bg-warning"&gt;Oferta&lt;/span&gt;
{% endif %}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Run (10) → Disponível · Runner Pro (0) → Esgotado. Bem visual!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se a lista vier vazia? {% empty %}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empty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produto in produtos %}
    ...
{% empty %}
    &lt;div class="alert alert-info"&gt;Nenhum produto encontrado.&lt;/div&gt;
{% endfor %}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{% empty %} roda quando NÃO há itens. Pensar no cenário real, não só no 'caminho feliz'.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tags que você já domina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revisão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}}       -&gt; mostra um valor
{% for %}   -&gt; repete
{% if %}    -&gt; verifica
{% else %}  -&gt; alternativa
{% empty %} -&gt; quando a lista esta vazia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ferramentas — já dá para montar telas de verdade.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de template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ou formatar um valor antes de exibir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— |transformam o valor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filtros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nome|upper }}                -&gt; SNEAKZONE
{{ nome|lower }}                -&gt; sneakzone
{{ descricao|truncatechars:50 }} -&gt; corta em 50 caracteres...
R$ {{ produto.preco|floatformat:2 }} -&gt; R$ 299.90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o floatformat:2, o preço sairia 299.9. Filtro = transforma/formata na exibição.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dinâmica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URL também envia informação para a view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URL com um parâmetro: &lt;int:id&gt;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rota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core/urls.py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path("produtos/&lt;int:id&gt;/", views.produto_detalhe, name="produto_detalhe")
/produtos/1/   /produtos/2/   /produtos/3/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&lt;int:id&gt; = 'aceite um numero nesta parte da URL'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número da URL vira um dado que chega na view.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do dado pela URL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/produtos/3/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&lt;int:id&gt;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= 3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 →  encontra o produto 3  →  Template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dos pontos mais importantes da aula: a URL carrega informação.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view de detalhes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produto_detalhe(request, id):
    produto = None
    for item in PRODUTOS:
        if item['id'] == id:
            produto = item
            break
    return render(request, "core/produto_detalhe.html",
                  {"produto": produto})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o id da URL, procura na lista e devolve o produto encontrado (ou None).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link 'Ver detalhes' — com {% url %}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link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no card do produto: --&gt;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href="{% url 'produto_detalhe' produto.id %}"
   class="btn btn-primary"&gt;Ver detalhes&lt;/a&gt;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{% url 'nome' argumento %} monta o endereço certo. Clicar: Produtos → Street Max → Detalhes.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de detalhes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template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'core/base.html' %}
{% block title %}{{ produto.nome }} | SneakZone{% endblock %}
{% block content %}
&lt;h1&gt;{{ produto.nome }}&lt;/h1&gt;
&lt;p&gt;{{ produto.descricao }}&lt;/p&gt;
&lt;h3&gt;R$ {{ produto.preco|floatformat:2 }}&lt;/h3&gt;
&lt;a href="{% url 'produtos' %}" class="btn btn-secondary"&gt;Voltar&lt;/a&gt;
{% endblock %}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estrutura de sempre (extends + blocks), agora com os dados de UM produto.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Robustez &amp; debugging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fazer quando algo dá errado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se o produto não existir? (/produtos/999/)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guard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produto %}
    &lt;h1&gt;{{ produto.nome }}&lt;/h1&gt;
{% else %}
    &lt;div class="alert alert-danger"&gt;Produto nao encontrado.&lt;/div&gt;
{% endif %}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Acesse /produtos/999/ : o que deveria acontecer? Em vez de quebrar, avisamos com elegância.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{% url %} e não o endereço na mão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dica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href="{% url 'produtos' %}"&gt;Produtos&lt;/a&gt;   &lt;!-- assim --&gt;
&lt;a href="/produtos/"&gt;Produtos&lt;/a&gt;              &lt;!-- nao assim --&gt;
name da URL  →  {% url %}  →  endereco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endereço mudar, o link pelo NOME continua funcionando. Conecta URLs + Views + Templates.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— o sistema inteiro (navegação)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4480560"/>
          </a:xfrm>
          <a:prstGeom prst="roundRect">
            <a:avLst>
              <a:gd name="adj" fmla="val 2041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104241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SneakZone
</a:t>
            </a:r>
            <a:r>
              <a:rPr lang="en-US" sz="14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│
        ┌───────────────┼───────────────┐
        ↓               ↓               ↓
</a:t>
            </a:r>
            <a:r>
              <a:rPr lang="en-US" sz="14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Home           Produtos         Sobre
</a:t>
            </a:r>
            <a:r>
              <a:rPr lang="en-US" sz="14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│
                        ↓
</a:t>
            </a:r>
            <a:r>
              <a:rPr lang="en-US" sz="14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Produto Detalhes  →  Contato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— por baixo (templates)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base.html
</a:t>
            </a:r>
            <a:r>
              <a:rPr lang="en-US" sz="14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│
             ┌──────────┴──────────┐
             ↓                     ↓
</a:t>
            </a:r>
            <a:r>
              <a:rPr lang="en-US" sz="14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Navbar                 Footer
</a:t>
            </a:r>
            <a:r>
              <a:rPr lang="en-US" sz="14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│
             ↓
</a:t>
            </a:r>
            <a:r>
              <a:rPr lang="en-US" sz="14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{% block %}
</a:t>
            </a:r>
            <a:r>
              <a:rPr lang="en-US" sz="14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┌──────┼───────┐
      ↓      ↓       ↓
</a:t>
            </a:r>
            <a:r>
              <a:rPr lang="en-US" sz="14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Home  Produtos  Sobre  →  Detalhes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moldura (base) + dados vindos das views = uma aplicação de verdade.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&amp; próximos passos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fecho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Isolar URLs com include — cada app com seu urls.py.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manda o contexto; template exibe com {{ }}, {% for %}, {% if/else/empty %}.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formatam o valor (floatformat, upper, truncatechars).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dinâmica &lt;int:id&gt; leva dado para a view; {% url %} gera os links.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 Próxima aula: arquivos estáticos (CSS/JS) e Bootstrap na navbar/footer.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09 — Dados e URLs Dinâmicas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2572</Words>
  <Application>Microsoft Office PowerPoint</Application>
  <PresentationFormat>Widescreen</PresentationFormat>
  <Paragraphs>215</Paragraphs>
  <Slides>33</Slides>
  <Notes>33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6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Mario Alberto Aragao Duarte</cp:lastModifiedBy>
  <cp:revision>3</cp:revision>
  <dcterms:created xsi:type="dcterms:W3CDTF">2026-09-22T11:32:06Z</dcterms:created>
  <dcterms:modified xsi:type="dcterms:W3CDTF">2026-09-23T19:16:25Z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2026-09-22T20:38:02Z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9f6ca7e7-bd6c-4d70-baeb-162625a7a97a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