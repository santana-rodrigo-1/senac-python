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90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08 — Templates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Reutilizáveis no Django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A0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 · extends · block · include · partials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sai sabendo hoje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HTML repetido e o problema de manutenção que ele causa.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base.html e usar {% extends %} e {% block %}.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blocos diferentes (title e content).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Navbar e Footer em partials com {% include %}.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os templates do SneakZone e explicar a herança.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 pedido no Django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fluxo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" y="2468880"/>
            <a:ext cx="1627632" cy="109728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368" y="246888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67712" y="24688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05456" y="2468880"/>
            <a:ext cx="1627632" cy="109728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505456" y="246888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4688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68880"/>
            <a:ext cx="1627632" cy="109728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52544" y="246888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61888" y="24688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99632" y="2468880"/>
            <a:ext cx="1627632" cy="109728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99632" y="246888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views.py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08976" y="24688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46720" y="2468880"/>
            <a:ext cx="1627632" cy="1097280"/>
          </a:xfrm>
          <a:prstGeom prst="roundRect">
            <a:avLst>
              <a:gd name="adj" fmla="val 7500"/>
            </a:avLst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046720" y="246888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56064" y="24688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893808" y="2468880"/>
            <a:ext cx="1627632" cy="109728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893808" y="2468880"/>
            <a:ext cx="1627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template é a última parada — o HTML que o usuário vê. É exatamente aí que a repetição incomoda.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" y="4617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vamos deixar esse HTML organizado e fácil de manter.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repetido em toda página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home, produtos e sobre — o que se repete?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observar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home.html, produtos.html, sobre.html: --&gt;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
&lt;head&gt; ... &lt;/head&gt;
&lt;body&gt;
    Navbar        &lt;!-- IGUAL em todas --&gt;
    conteudo      &lt;!-- so isto muda --&gt;
    Footer        &lt;!-- IGUAL em todas --&gt;
&lt;/body&gt;
&lt;/html&gt;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(head, navbar, footer) se repete. Só o miolo muda de página para página.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dói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problema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Se o cliente pedir para mudar a cor da Navbar, quantos arquivos vamos alterar?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home.html, produtos.html e sobre.html — três arquivos para uma mudança só.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E se o site tiver 30 páginas?</a:t>
            </a:r>
            <a:r>
              <a:rPr lang="en-US" sz="1900" i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HTML não é proibido — mas quanto mais repetição, maior o trabalho de manutenção.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o base.html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molde único para todas as páginas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base.html — etapa 1: o esqueleto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core/templates/core/base.html --&gt;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
&lt;html lang="pt-br"&gt;
&lt;head&gt;
    &lt;meta charset="UTF-8"&gt;
    &lt;meta name="viewport"
          content="width=device-width, initial-scale=1.0"&gt;
    &lt;title&gt;SneakZone&lt;/title&gt;
&lt;/head&gt;
&lt;body&gt;
&lt;/body&gt;
&lt;/html&gt;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base.html — etapa 2: o que TODA página usa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
    ...
    &lt;link rel="stylesheet"
      href="https://cdn.jsdelivr.net/npm/bootstrap@5.3.3/dist/css/bootstrap.min.css"&gt;
&lt;/head&gt;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base.html é o lugar do que todas as páginas precisam — como o Bootstrap.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base.html — etapa 3: a Navbar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class="navbar navbar-expand-lg bg-dark"&gt;
  &lt;div class="container"&gt;
    &lt;a class="navbar-brand text-white" href="{% url 'home' %}"&gt;SneakZone&lt;/a&gt;
    &lt;div&gt;
      &lt;a class="btn btn-dark text-white" href="{% url 'home' %}"&gt;Home&lt;/a&gt;
      &lt;a class="btn btn-dark text-white" href="{% url 'produtos' %}"&gt;Produtos&lt;/a&gt;
      &lt;a class="btn btn-dark text-white" href="{% url 'sobre' %}"&gt;Sobre&lt;/a&gt;
    &lt;/div&gt;
  &lt;/div&gt;
&lt;/nav&gt;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Por que {% url 'home' %} e não só "/"? Se o endereço mudar, o link pelo NOME continua certo.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e block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 principal da aula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block: um espaço a ser preenchido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block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dentro do body do base.html: --&gt;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class="container mt-4"&gt;
    {% block content %}
    {% endblock %}
&lt;/main&gt;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base.html define a ESTRUTURA. O block define um espaço que outra página vai preencher.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ideia, no quadro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
   Navbar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┌─────────────────────┐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CONTENT         │   &lt;- {% block content %}
   │      (bloco)         │
   └─────────────────────┘
      ↓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Footer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moldura (navbar/footer) é fixa; o miolo é o bloco que cada página preenche.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home.html usa o base com {% extends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extends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'core/base.html' %}
{% block content %}
&lt;h1&gt;Bem-vindo à SneakZone!&lt;/h1&gt;
&lt;p&gt;Encontre os melhores tênis para seu estilo.&lt;/p&gt;
{% endblock %}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= 'use o base.html como estrutura'. A home só escreve o que é DELA, dentro do block.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ao vivo — quem é de quem?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├── Navbar        &lt;- vem do base
│
├── block content &lt;- preenchido por...
│        ↑
│     home.html
│
└── Footer        &lt;- vem do 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Acesse / : a Navbar está no base; o conteúdo está no home.html. Um molde, muitas páginas.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revisão (antes do intervalo)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revisão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Qual a função do extends?  →  herança de template (usar outro como base).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Qual a função do block?  →  definir uma área a ser preenchida pelo template filho.</a:t>
            </a:r>
            <a:r>
              <a:rPr lang="en-US" sz="18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Intervalo.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036CE9C-7180-0D69-B738-7345FFD2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999" y="2444104"/>
            <a:ext cx="4729827" cy="43224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um block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página com seu próprio título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block para o título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block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 base.html: --&gt;
</a:t>
            </a: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
    {% block title %}SneakZone{% endblock %}
&lt;/title&gt;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agora o base tem 2 blocos: title e content --&gt;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 block, toda página teria o mesmo título. Com ele, cada página escolhe o seu.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página define o seu título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home.html --&gt;            &lt;!-- produtos.html --&gt;
</a:t>
            </a:r>
            <a:r>
              <a:rPr lang="en-US" sz="14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'core/base.html' %}
{% block title %}
    Home | SneakZone            Produtos | SneakZone
{% endblock %}
{% block content %}
    &lt;h1&gt;Bem-vindo!&lt;/h1&gt;        &lt;h1&gt;Nossos Produtos&lt;/h1&gt;
{% endblock %}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molde, dois blocos preenchidos: title e content. Sobre segue o mesmo padrão.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 partials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Quebrar o base em pedaços reutilizáveis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Separe a Navbar e o Footer em partials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partials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core/templates/core/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base.html
├── home.html · produtos.html · sobre.html
└── partials/
    ├── navbar.html   &lt;- so a &lt;nav&gt; ... &lt;/nav&gt;
    └── footer.html   &lt;- so o &lt;footer&gt; ... &lt;/footer&gt;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= um pedaço de template guardado em separado, para reaproveitar.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base.html, use {% include %}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include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
    {% include 'core/partials/navbar.html' %}
    &lt;main class="container mt-4"&gt;
        {% block content %}{% endblock %}
    &lt;/main&gt;
    {% include 'core/partials/footer.html' %}
&lt;/body&gt;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= 'Django, pegue aquele template e cole aqui'. O base fica limpo e legível.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
</a:t>
            </a:r>
            <a:r>
              <a:rPr lang="en-US" sz="16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
   ├── include → navbar
   ├── block title
   ├── block content
   └── include → footer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moldura montada de peças reutilizáveis, com dois espaços que cada página preenche.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Desafio SneakZone — página Contato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desafio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página nova de contato que: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o base.html (extends); tem título próprio (block title); tem seu conteúdo (block content);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na Navbar; reaproveita o Footer.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isso, mexa em: contato.html, views.py, urls.py e navbar.html.</a:t>
            </a:r>
            <a:r>
              <a:rPr lang="en-US" sz="16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Perceba: com a estrutura pronta, adicionar página ficou fácil. 📌 Entrega no GitHub (aula08/).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 para levar para casa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10424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                         DEPOIS
Home     → HTML completo             base.html
Produtos → HTML completo                 │
Sobre    → HTML completo       ┌─────────┼─────────┐
</a:t>
            </a:r>
            <a:r>
              <a:rPr lang="en-US" sz="15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↓         ↓         ↓
</a:t>
            </a: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Home    Produtos    Sobre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estamos apenas organizando HTML. Estamos criando uma estrutura que facilita a manutenção e o crescimento do sistema."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08 — Templates Reutilizáveis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Microsoft Office PowerPoint</Application>
  <PresentationFormat>Widescreen</PresentationFormat>
  <Paragraphs>170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2026-09-21T11:33:45Z</dcterms:created>
  <dcterms:modified xsi:type="dcterms:W3CDTF">2026-09-21T11:50:18Z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2026-09-21T11:50:18Z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d081dcb9-b219-42f8-a226-50b689fcb2d1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