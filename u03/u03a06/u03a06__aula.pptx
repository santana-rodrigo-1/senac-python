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" dt="2026-09-16T22:48:52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S::mario.duarte@educacao.senac.rio::06584b50-a4b9-4023-be9b-e5e35e9b7140" providerId="AD" clId="Web-{00000000-0000-0000-0000-000000000000}"/>
    <pc:docChg chg="delSld modSld">
      <pc:chgData name="MARIO ALBERTO ARAGAO DUARTE" userId="S::mario.duarte@educacao.senac.rio::06584b50-a4b9-4023-be9b-e5e35e9b7140" providerId="AD" clId="Web-{00000000-0000-0000-0000-000000000000}" dt="2026-09-16T22:48:52.071" v="7"/>
      <pc:docMkLst>
        <pc:docMk/>
      </pc:docMkLst>
      <pc:sldChg chg="delSp">
        <pc:chgData name="MARIO ALBERTO ARAGAO DUARTE" userId="S::mario.duarte@educacao.senac.rio::06584b50-a4b9-4023-be9b-e5e35e9b7140" providerId="AD" clId="Web-{00000000-0000-0000-0000-000000000000}" dt="2026-09-16T22:46:06.535" v="0"/>
        <pc:sldMkLst>
          <pc:docMk/>
          <pc:sldMk cId="0" sldId="256"/>
        </pc:sldMkLst>
        <pc:spChg chg="del">
          <ac:chgData name="MARIO ALBERTO ARAGAO DUARTE" userId="S::mario.duarte@educacao.senac.rio::06584b50-a4b9-4023-be9b-e5e35e9b7140" providerId="AD" clId="Web-{00000000-0000-0000-0000-000000000000}" dt="2026-09-16T22:46:06.535" v="0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MARIO ALBERTO ARAGAO DUARTE" userId="S::mario.duarte@educacao.senac.rio::06584b50-a4b9-4023-be9b-e5e35e9b7140" providerId="AD" clId="Web-{00000000-0000-0000-0000-000000000000}" dt="2026-09-16T22:46:10.848" v="1"/>
        <pc:sldMkLst>
          <pc:docMk/>
          <pc:sldMk cId="0" sldId="257"/>
        </pc:sldMkLst>
      </pc:sldChg>
      <pc:sldChg chg="modSp">
        <pc:chgData name="MARIO ALBERTO ARAGAO DUARTE" userId="S::mario.duarte@educacao.senac.rio::06584b50-a4b9-4023-be9b-e5e35e9b7140" providerId="AD" clId="Web-{00000000-0000-0000-0000-000000000000}" dt="2026-09-16T22:46:53.209" v="4" actId="14100"/>
        <pc:sldMkLst>
          <pc:docMk/>
          <pc:sldMk cId="0" sldId="263"/>
        </pc:sldMkLst>
        <pc:spChg chg="mod">
          <ac:chgData name="MARIO ALBERTO ARAGAO DUARTE" userId="S::mario.duarte@educacao.senac.rio::06584b50-a4b9-4023-be9b-e5e35e9b7140" providerId="AD" clId="Web-{00000000-0000-0000-0000-000000000000}" dt="2026-09-16T22:46:53.209" v="4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RIO ALBERTO ARAGAO DUARTE" userId="S::mario.duarte@educacao.senac.rio::06584b50-a4b9-4023-be9b-e5e35e9b7140" providerId="AD" clId="Web-{00000000-0000-0000-0000-000000000000}" dt="2026-09-16T22:46:48.896" v="3" actId="1076"/>
          <ac:spMkLst>
            <pc:docMk/>
            <pc:sldMk cId="0" sldId="263"/>
            <ac:spMk id="8" creationId="{00000000-0000-0000-0000-000000000000}"/>
          </ac:spMkLst>
        </pc:spChg>
      </pc:sldChg>
      <pc:sldChg chg="del">
        <pc:chgData name="MARIO ALBERTO ARAGAO DUARTE" userId="S::mario.duarte@educacao.senac.rio::06584b50-a4b9-4023-be9b-e5e35e9b7140" providerId="AD" clId="Web-{00000000-0000-0000-0000-000000000000}" dt="2026-09-16T22:48:33.774" v="5"/>
        <pc:sldMkLst>
          <pc:docMk/>
          <pc:sldMk cId="0" sldId="270"/>
        </pc:sldMkLst>
      </pc:sldChg>
      <pc:sldChg chg="del">
        <pc:chgData name="MARIO ALBERTO ARAGAO DUARTE" userId="S::mario.duarte@educacao.senac.rio::06584b50-a4b9-4023-be9b-e5e35e9b7140" providerId="AD" clId="Web-{00000000-0000-0000-0000-000000000000}" dt="2026-09-16T22:48:42.899" v="6"/>
        <pc:sldMkLst>
          <pc:docMk/>
          <pc:sldMk cId="0" sldId="271"/>
        </pc:sldMkLst>
      </pc:sldChg>
      <pc:sldChg chg="del">
        <pc:chgData name="MARIO ALBERTO ARAGAO DUARTE" userId="S::mario.duarte@educacao.senac.rio::06584b50-a4b9-4023-be9b-e5e35e9b7140" providerId="AD" clId="Web-{00000000-0000-0000-0000-000000000000}" dt="2026-09-16T22:48:52.071" v="7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B23D8-C8E5-477A-AEA9-1555D267CBA1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84B2-48BE-45B7-97D3-3C2BABDDF0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5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06 — Introdução à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 a Objetos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Desenvolver Aplicações Back-end para Web com Python  ·  4h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sai sabendo hoje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que é Orientação a Objetos e por que ela existe.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classes e objetos.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métodos (as ações do objeto) e usar métodos especiais.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Reaproveitar código com herança.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uma conta corrente com saque, depósito e transferência.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 a Objetos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o código em torno das 'coisas' do problema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POO — e por que existe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aqui: variáveis e funções soltas. Em sistemas maiores, isso vira bagunça.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 junta os dados e as ações de uma mesma 'coisa' num único bloco: o objeto.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i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uma conta bancária tem dados (titular, saldo) e ações (sacar, depositar) — tudo pertence à conta.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× Objeto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comparação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 o molde, a planta. Descreve como algo é e o que faz.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Objeto: um item concreto criado a partir da classe.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i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a classe é a planta da casa; cada casa construída a partir dela é um objeto. Uma planta, muitas casas.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uma classe e um objeto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ContaCorrente:
    def __init__(self, titular, saldo=0):
        self.titular = titular   # atributos (dados)
        self.saldo = saldo
conta = ContaCorrente("Ana", 100)   # cria o OBJETO
print(conta.titular, conta.saldo)   # Ana 100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define o molde. __init__ é o construtor: roda ao criar o objeto. self é o próprio objeto.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— as ações do objeto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métodos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401320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ContaCorrente:
    def __init__(self, titular, saldo=0):
        self.titular = titular
        self.saldo = saldo
    def depositar(self, valor):
        self.saldo += valor
    def sacar(self, valor):
        if valor &lt;= self.saldo:
            self.saldo -= valor
        else:
            print("Saldo insuficiente")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5694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são funções dentro da classe — as ações da conta. Sempre recebem self.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o objeto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 = ContaCorrente("Ana", 100)
conta.depositar(50)     # chama o metodo
conta.sacar(30)
print(conta.saldo)      # 120
conta.sacar(1000)       # Saldo insuficiente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objeto.metodo() executa a ação. O saldo fica guardado DENTRO da conta.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entre contas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JWC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transferir(self, destino, valor):
        if valor &lt;= self.saldo:
            self.saldo -= valor
            destino.saldo += valor
        else:
            print("Saldo insuficiente")
ana = ContaCorrente("Ana", 200)
bruno = ContaCorrente("Bruno", 0)
ana.transferir(bruno, 150)   # Ana-&gt;Bruno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método pode receber OUTRO objeto (destino) e mexer nos dois. É a transferência do desafio.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especiais (dunder)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especiais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ContaCorrente:
    def __init__(self, titular, saldo=0):  # construtor
        self.titular = titular
        self.saldo = saldo
    def __str__(self):     # como o objeto vira texto
        return f"{self.titular}: R$ {self.saldo}"
print(conta)   # Ana: R$ 120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Começam e terminam com __ . __init__ constrói; __str__ define o que aparece no print.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Herança — reaproveitar uma classe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herança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ContaPoupanca(ContaCorrente):   # herda tudo
    def render(self, taxa):
        self.saldo += self.saldo * taxa
poup = ContaPoupanca("Ana", 1000)
poup.depositar(500)   # metodo herdado da ContaCorrente
poup.render(0.01)     # metodo novo, so da poupanca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ContaPoupanca é uma ContaCorrente + rendimento. Herança evita reescrever o que já existe.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× Método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e uso de funções — dentro e fora dos objetos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× Método — quando usar cada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comparação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 vive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solta, fora de classe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dentro de uma classe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chamar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soma(2, 3)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conta.sacar(30)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Recebe self?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(o próprio objeto)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 para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tarefa geral (cálculo)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de um objeto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é uma função que pertence a um objeto — por isso recebe self.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(dificuldade crescente)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entrega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Crie a classe ContaCorrente e um objeto; deposite e mostre o saldo.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Adicione sacar() com verificação de saldo insuficiente.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Implemente transferir() entre dois objetos conta.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Crie ContaPoupanca(ContaCorrente) com um método render().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Lista da UC1 (Objetos, Classes, Métodos, Herança, Métodos Especiais).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= molde; objeto = item criado a partir dela.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__init__ constrói; atributos guardam dados; métodos são as ações.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especiais (__init__, __str__) e herança para reaproveitar.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Modelamos uma conta corrente com saque, depósito e transferência.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começa o Django! Do script para a aplicação web.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06 — Introdução à POO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AEE0B4C2-F434-4505-8E75-6E618AFBC2C4}"/>
</file>

<file path=customXml/itemProps2.xml><?xml version="1.0" encoding="utf-8"?>
<ds:datastoreItem xmlns:ds="http://schemas.openxmlformats.org/officeDocument/2006/customXml" ds:itemID="{3BC1557A-D42D-4273-83A4-A8DE9E199DF3}"/>
</file>

<file path=customXml/itemProps3.xml><?xml version="1.0" encoding="utf-8"?>
<ds:datastoreItem xmlns:ds="http://schemas.openxmlformats.org/officeDocument/2006/customXml" ds:itemID="{6CF4031F-452D-4F79-977D-126F3E9DD83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</cp:revision>
  <dcterms:created xsi:type="dcterms:W3CDTF">2026-09-15T12:35:55Z</dcterms:created>
  <dcterms:modified xsi:type="dcterms:W3CDTF">2026-09-16T22:48:54Z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</Properties>
</file>