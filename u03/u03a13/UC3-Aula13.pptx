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3086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94560"/>
            <a:ext cx="1463040" cy="128016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EM PYTHON · SENAC-RJ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13 — CRUD no Site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Login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4526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Back-end com Python  ·  Projeto SneakZone  ·  4h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conceitos de hoje — o código a gente escreve junto, ao vivo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vai entender hoje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 objetivos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site passa a criar, editar e excluir produtos (CRUD completo).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um formulário no Django e como ele valida e salva.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e, principalmente, como PROTEGER as operações com @login_required.</a:t>
            </a:r>
            <a:r>
              <a:rPr lang="en-US" sz="170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ferramenta aparece com o nome real — o código vem na prática, junto.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13 — CRUD &amp; Login (conceitos) · SneakZone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tipos de usuário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972800" cy="3657600"/>
          </a:xfrm>
          <a:prstGeom prst="roundRect">
            <a:avLst>
              <a:gd name="adj" fmla="val 25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5276088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Visitante só vê; quem faz login pode gerenciar. A diferença entre os dois é o tema central de hoje.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13 — CRUD &amp; Login (conceitos) · SneakZone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5FE6500E-21EB-6E50-5A66-70219EB45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520" y="1557020"/>
            <a:ext cx="6939280" cy="3469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— as 4 operações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 crud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72800" cy="3017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Letra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Operação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SneakZone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— Create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cadastrar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criar um produto novo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 — Read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listar e ver detalhes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 — Update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editar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alterar um produto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 — Delete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excluir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remover um produto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já temos desde a Aula 9. Hoje construímos Create, Update e Delete — e protegemos tudo com login.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13 — CRUD &amp; Login (conceitos) · SneakZone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— cadastrar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conceitos por trás do formulário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formulário nasce do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ModelForm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é: um formulário que o Django cria a partir do Model Produto.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importa: não escrevemos campo por campo — ele já sabe nome, preço, estoque, etc.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ligação: Model → ModelForm → formulário HTML na tela.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13 — CRUD &amp; Login (conceitos)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 momentos de um formulário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📨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×  POST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GET: abrir a página — o site MOSTRA o formulário (em branco, ou preenchido para editar).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POST: clicar em Salvar — o site RECEBE os dados que o usuário digitou.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Regra: GET é só visualizar; POST é quando enviamos informação ao servidor.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13 — CRUD &amp; Login (conceitos)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Conferir antes de gravar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is_valid()  →  save()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is_valid(): o Django confere se os dados estão corretos (preço é número? campos obrigatórios vieram?).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save(): se estiver válido, grava o produto no banco.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algo estiver errado, o formulário volta mostrando o erro — e nada é salvo.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13 — CRUD &amp; Login (conceitos)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de salvar, para onde vai?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↩️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redirect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de gravar, não mostramos a mesma página de formulário de novo.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 leva o usuário para outra página (ex.: a lista de produtos).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 que, ao atualizar a página, o produto seja cadastrado duas vezes.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13 — CRUD &amp; Login (conceitos)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selo de segurança do formulário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csrf_token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formulário que envia dados (POST) leva esse 'selo'.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 garante que o envio veio do SEU site — e não de uma página falsa se passando por você.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ora, basta saber: sem ele, o Django recusa o envio.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13 — CRUD &amp; Login (conceitos)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— visualizar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Isto vocês já têm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um produto com segurança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👀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get_object_or_404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 UM produto pelo id para a página de detalhes.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 produto não existir (ex.: /produtos/999/), mostra 'página não encontrada' em vez de quebrar.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lista (todos os produtos) vocês já fazem desde a Aula 9.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13 — CRUD &amp; Login (conceitos)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— editar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sacada da reutilização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formulário, dois papéis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 em branco → CRIAR um produto novo.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 com instance (um produto existente) → EDITAR, já vindo preenchido.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MESMO ProdutoForm e o MESMO template — muda só o instance. Reutilização pura.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13 — CRUD &amp; Login (conceitos)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caminho da edição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972800" cy="3657600"/>
          </a:xfrm>
          <a:prstGeom prst="roundRect">
            <a:avLst>
              <a:gd name="adj" fmla="val 25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5276088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Reaproveitamos todo o trabalho do cadastro — só avisamos que agora é 'editar este produto'.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13 — CRUD &amp; Login (conceitos) · SneakZone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65A70DE-9F61-851F-03F4-51DB5273A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7920" y="1583436"/>
            <a:ext cx="7056120" cy="35280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— excluir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confirmação e cuidado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Excluir é diferente de editar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🗑️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delete()  +  confirmação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precisa de formulário de produto — precisa de uma pergunta: 'tem certeza?'.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caminho: Detalhes → Excluir → tela de confirmação → confirmar → delete() → lista.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delete() remove o produto do banco (depois da confirmação).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13 — CRUD &amp; Login (conceitos)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excluir usa POST (e não um link)?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boas práticas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= visualizar. POST = alterar dados.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simples link (GET) para /excluir/ apagaria com um clique — ou um robô apagaria tudo sozinho.</a:t>
            </a:r>
            <a:r>
              <a:rPr lang="en-US" sz="1800" b="1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isso: ver → confirmar → POST → excluir. É uma boa prática de verdade.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13 — CRUD &amp; Login (conceitos) · SneakZone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conversa com o usuário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Avisar o que aconteceu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de cada ação, o site mostra um aviso: 'cadastrado', 'atualizado', 'excluído com sucesso'.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Django tem um sistema de mensagens pronto para isso.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Pequeno detalhe, grande efeito: o usuário nunca fica na dúvida se deu certo.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13 — CRUD &amp; Login (conceitos)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&amp; proteção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pode fazer o quê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Autenticação × Autorização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72800" cy="1810512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Conceito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Pergunta que responde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Autenticação (login)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Quem é você?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Autorização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você pode fazer?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 focamos em autenticação (login) + proteger as operações de quem não está logado.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13 — CRUD &amp; Login (conceitos) · SneakZone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pronto do Django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LoginView  /  LogoutView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construímos o login do zero: o Django já traz a lógica de autenticação.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Nós só criamos a aparência (a página de login) e usamos o motor pronto.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usuário entra, o Django reconhece quem é, e o site passa a saber se há alguém logado.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13 — CRUD &amp; Login (conceitos)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um usuário administrador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createsuperuser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comando do Django cria o usuário que vai poder entrar no sistema.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 nome, e-mail e senha — e pronto, já dá para fazer login.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13 — CRUD &amp; Login (conceitos)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cadeado das operações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@login_required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é: uma marca (decorador) que colocamos acima das views de criar, editar e excluir.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faz: só deixa quem está LOGADO executar aquela operação.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não está logado: o Django leva a pessoa para a tela de login, automaticamente.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proteção REAL do sistema — e nós nem precisamos escrever 'se logado...'.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13 — CRUD &amp; Login (conceitos)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@login_required faz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972800" cy="3657600"/>
          </a:xfrm>
          <a:prstGeom prst="roundRect">
            <a:avLst>
              <a:gd name="adj" fmla="val 25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5276088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desvio para o login é automático — o Django cuida disso para nós.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13 — CRUD &amp; Login (conceitos) · SneakZone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EC02E28-6ED1-C2C1-EAD2-D85874442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583055"/>
            <a:ext cx="9113520" cy="341757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onde o sistema leva o usuário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config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72800" cy="2414016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Configuração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Significado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LOGIN_URL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onde vai quem NÃO está logado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LOGIN_REDIRECT_URL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onde vai DEPOIS de entrar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LOGOUT_REDIRECT_URL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onde vai DEPOIS de sair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ajustes simples que organizam o vai-e-vem do login.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13 — CRUD &amp; Login (conceitos) · SneakZone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tela muda conforme o usuário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user.is_authenticated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um verdadeiro/falso: tem alguém logado ou não?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Logado: a navbar mostra '+ Novo produto' e 'Sair'; aparecem os botões Editar/Excluir.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Visitante: aparece só 'Entrar'. O site se adapta a quem está olhando.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13 — CRUD &amp; Login (conceitos)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Esconder o botão NÃO é segurança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segurança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Esconder 'Editar'/'Excluir' de quem não está logado é só experiência de uso (UX).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segurança de verdade está no @login_required, lá na view.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que alguém digite /produtos/5/excluir/ na mão, o Django exige login antes.</a:t>
            </a:r>
            <a:r>
              <a:rPr lang="en-US" sz="1800" i="1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de ouro: nunca confie só no que está escondido na tela — proteja no servidor.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13 — CRUD &amp; Login (conceitos) · SneakZone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&amp; desafio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o CRUD protegido funcionando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final — o que deve acontecer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teste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72800" cy="3017520"/>
        </p:xfrm>
        <a:graphic>
          <a:graphicData uri="http://schemas.openxmlformats.org/drawingml/2006/table">
            <a:tbl>
              <a:tblPr/>
              <a:tblGrid>
                <a:gridCol w="566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 esperado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 login, abrir /produtos/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consegue visualizar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 login, tentar /produtos/novo/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🔐 vai para o Login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Fazer login e abrir /produtos/novo/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aparece o formulário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Cadastrar → editar → excluir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muda no banco e no site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mesmo teste prova as duas coisas: o CRUD funciona e a proteção funciona.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13 — CRUD &amp; Login (conceitos) · SneakZone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Desafio para os alunos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desafio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diferente para cada operação (cadastrar, editar, excluir).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Home, mostrar 'Olá, &lt;usuário&gt;!' quando estiver logado.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 'Voltar para produtos' nas telas de cadastro, edição e exclusão.</a:t>
            </a:r>
            <a:r>
              <a:rPr lang="en-US" sz="16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'+ Novo produto' aparecendo só para usuários autenticados.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13 — CRUD &amp; Login (conceitos) · SneakZone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 Aula 13 termina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972800" cy="3657600"/>
          </a:xfrm>
          <a:prstGeom prst="roundRect">
            <a:avLst>
              <a:gd name="adj" fmla="val 25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5276088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Visitante vê; usuário logado gerencia — protegido por @login_required. ➡️ Próxima: busca e filtros.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13 — CRUD &amp; Login (conceitos) · SneakZone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F8570F84-C63D-94BB-2F83-462BB4033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7920" y="1606297"/>
            <a:ext cx="7010398" cy="35051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1837</Words>
  <Application>Microsoft Office PowerPoint</Application>
  <PresentationFormat>Widescreen</PresentationFormat>
  <Paragraphs>265</Paragraphs>
  <Slides>33</Slides>
  <Notes>33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6" baseType="lpstr">
      <vt:lpstr>Arial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Mario Alberto Aragao Duarte</cp:lastModifiedBy>
  <cp:revision>2</cp:revision>
  <dcterms:created xsi:type="dcterms:W3CDTF">2026-10-02T13:19:22Z</dcterms:created>
  <dcterms:modified xsi:type="dcterms:W3CDTF">2026-10-02T13:32:50Z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2026-10-02T13:32:48Z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05021d16-7b8e-41fc-a018-062c9384977b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</Properties>
</file>