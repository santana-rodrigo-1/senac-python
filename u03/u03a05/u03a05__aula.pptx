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" dt="2026-09-16T21:08:22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S::mario.duarte@educacao.senac.rio::06584b50-a4b9-4023-be9b-e5e35e9b7140" providerId="AD" clId="Web-{00000000-0000-0000-0000-000000000000}"/>
    <pc:docChg chg="delSld modSld">
      <pc:chgData name="MARIO ALBERTO ARAGAO DUARTE" userId="S::mario.duarte@educacao.senac.rio::06584b50-a4b9-4023-be9b-e5e35e9b7140" providerId="AD" clId="Web-{00000000-0000-0000-0000-000000000000}" dt="2026-09-16T21:08:22.877" v="6" actId="14100"/>
      <pc:docMkLst>
        <pc:docMk/>
      </pc:docMkLst>
      <pc:sldChg chg="delSp">
        <pc:chgData name="MARIO ALBERTO ARAGAO DUARTE" userId="S::mario.duarte@educacao.senac.rio::06584b50-a4b9-4023-be9b-e5e35e9b7140" providerId="AD" clId="Web-{00000000-0000-0000-0000-000000000000}" dt="2026-09-16T21:06:18.248" v="1"/>
        <pc:sldMkLst>
          <pc:docMk/>
          <pc:sldMk cId="0" sldId="256"/>
        </pc:sldMkLst>
        <pc:spChg chg="del">
          <ac:chgData name="MARIO ALBERTO ARAGAO DUARTE" userId="S::mario.duarte@educacao.senac.rio::06584b50-a4b9-4023-be9b-e5e35e9b7140" providerId="AD" clId="Web-{00000000-0000-0000-0000-000000000000}" dt="2026-09-16T21:06:18.248" v="1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00000000-0000-0000-0000-000000000000}" dt="2026-09-16T21:06:16.481" v="0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00000000-0000-0000-0000-000000000000}" dt="2026-09-16T21:06:28.481" v="2"/>
        <pc:sldMkLst>
          <pc:docMk/>
          <pc:sldMk cId="0" sldId="257"/>
        </pc:sldMkLst>
      </pc:sldChg>
      <pc:sldChg chg="del">
        <pc:chgData name="MARIO ALBERTO ARAGAO DUARTE" userId="S::mario.duarte@educacao.senac.rio::06584b50-a4b9-4023-be9b-e5e35e9b7140" providerId="AD" clId="Web-{00000000-0000-0000-0000-000000000000}" dt="2026-09-16T21:06:29.919" v="3"/>
        <pc:sldMkLst>
          <pc:docMk/>
          <pc:sldMk cId="0" sldId="258"/>
        </pc:sldMkLst>
      </pc:sldChg>
      <pc:sldChg chg="del">
        <pc:chgData name="MARIO ALBERTO ARAGAO DUARTE" userId="S::mario.duarte@educacao.senac.rio::06584b50-a4b9-4023-be9b-e5e35e9b7140" providerId="AD" clId="Web-{00000000-0000-0000-0000-000000000000}" dt="2026-09-16T21:06:36.872" v="4"/>
        <pc:sldMkLst>
          <pc:docMk/>
          <pc:sldMk cId="0" sldId="259"/>
        </pc:sldMkLst>
      </pc:sldChg>
      <pc:sldChg chg="del">
        <pc:chgData name="MARIO ALBERTO ARAGAO DUARTE" userId="S::mario.duarte@educacao.senac.rio::06584b50-a4b9-4023-be9b-e5e35e9b7140" providerId="AD" clId="Web-{00000000-0000-0000-0000-000000000000}" dt="2026-09-16T21:06:43.341" v="5"/>
        <pc:sldMkLst>
          <pc:docMk/>
          <pc:sldMk cId="0" sldId="260"/>
        </pc:sldMkLst>
      </pc:sldChg>
      <pc:sldChg chg="modSp">
        <pc:chgData name="MARIO ALBERTO ARAGAO DUARTE" userId="S::mario.duarte@educacao.senac.rio::06584b50-a4b9-4023-be9b-e5e35e9b7140" providerId="AD" clId="Web-{00000000-0000-0000-0000-000000000000}" dt="2026-09-16T21:08:22.877" v="6" actId="14100"/>
        <pc:sldMkLst>
          <pc:docMk/>
          <pc:sldMk cId="0" sldId="273"/>
        </pc:sldMkLst>
        <pc:spChg chg="mod">
          <ac:chgData name="MARIO ALBERTO ARAGAO DUARTE" userId="S::mario.duarte@educacao.senac.rio::06584b50-a4b9-4023-be9b-e5e35e9b7140" providerId="AD" clId="Web-{00000000-0000-0000-0000-000000000000}" dt="2026-09-16T21:08:22.877" v="6" actId="14100"/>
          <ac:spMkLst>
            <pc:docMk/>
            <pc:sldMk cId="0" sldId="27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9B190-730F-4A02-BD7D-D426840164C6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F5B77-28D4-4E56-BE50-BB7C2D0722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9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05 — Arquivos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Funções</a:t>
            </a:r>
            <a:endParaRPr 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× Arquivo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conceito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(RAM): rápida, mas temporária — some quando o programa fecha.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(disco): permanente — os dados continuam lá depois.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i="1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a memória é o quadro branco da aula; o arquivo é o caderno que você leva para casa.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um arquivo — open() e seus modos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open()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open("dados.txt", "w", encoding="utf-8") as f:
    f.write("Ana\n")
</a:t>
            </a:r>
            <a:r>
              <a:rPr lang="en-US" sz="160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'with' fecha o arquivo sozinho ao terminar</a:t>
            </a:r>
            <a:endParaRPr lang="en-US" sz="16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97280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Modo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faz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"r"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ler (read) — erro se o arquivo não existe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"w"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escrever (write) — cria/APAGA o conteúdo anterior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"a"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acrescentar (append) — adiciona no fim, sem apagar</a:t>
                      </a:r>
                      <a:endParaRPr lang="en-US" sz="16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sempre with — ele garante que o arquivo seja fechado.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em um arquivo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cria o arquivo (e apaga se ja existir)
</a:t>
            </a: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open("candidatos.txt", "w", encoding="utf-8") as f:
    f.write("Ana\n")
    f.write("Bruno\n")
</a:t>
            </a:r>
            <a:r>
              <a:rPr lang="en-US" sz="170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"a" acrescenta sem apagar o que ja existe
</a:t>
            </a: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open("candidatos.txt", "a", encoding="utf-8") as f:
    f.write("Carlos\n")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\n pula a linha. Cuidado: 'w' apaga o conteúdo anterior; para manter, use 'a'.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um arquivo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open("candidatos.txt", "r", encoding="utf-8") as f:
    conteudo = f.read()      # tudo de uma vez
print(conteudo)
</a:t>
            </a:r>
            <a:r>
              <a:rPr lang="en-US" sz="170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linha por linha:
</a:t>
            </a: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open("candidatos.txt", "r", encoding="utf-8") as f:
    for linha in f:
        print(linha.strip())  # strip() tira o \n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read() traz o texto inteiro; o for lê linha a linha. strip() remove o espaço/quebra do fim.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Exibir o conteúdo com segurança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exibir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
if os.path.exists("candidatos.txt"):
    with open("candidatos.txt", "r", encoding="utf-8") as f:
        print(f.read())
else:
    print("Ainda nao ha candidatos cadastrados.")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os.path.exists() evita o erro de tentar ler um arquivo que não existe.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um arquivo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excluir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
if os.path.exists("candidatos.txt"):
    os.remove("candidatos.txt")
    print("Arquivo excluido.")
else:
    print("Nada para excluir.")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os.remove() apaga de vez — sempre confirme a existência antes.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complementar da UC1 — organizar o código em blocos reutilizáveis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Definindo uma função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def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saudacao():
    print("Ola, candidato!")
saudacao()   # chama (executa) a funcao
saudacao()   # pode chamar quantas vezes quiser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cria a função; o nome() a executa. Evita repetir o mesmo código várias vezes.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— dados que entram na função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parâmetros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saudacao(nome):
    print(f"Ola, {nome}!")
saudacao("Ana")     # Ola, Ana!
saudacao("Bruno")   # Ola, Bruno!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parâmetro (nome) é a informação que a função recebe para trabalhar.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— o resultado que sai da função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return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soma(a, b):
    return a + b   # devolve o resultado
resultado = soma(2, 3)
print(resultado)      # 5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entrega um valor de volta para quem chamou — diferente de print, que só mostra.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 — documentando a função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docstring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soma(a, b):
    """Retorna a soma de dois numeros."""
    return a + b
help(soma)   # mostra a docstring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docstring (entre """ """) explica o que a função faz — boa prática profissional (PEP 8).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prático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 dados de um arquivo — juntando arquivos + funções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— cadastro de candidatos em arquivo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projeto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81000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
ARQ = "candidatos.txt"
def cadastrar(nome):
    with open(ARQ, "a", encoding="utf-8") as f:
        f.write(nome + "\n")
def listar():
    if not os.path.exists(ARQ):
        return []
    with open(ARQ, "r", encoding="utf-8") as f:
        return [l.strip() for l in f]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que ARMAZENAM e LEEM os dados no arquivo (o desafio da JWC).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— processar e excluir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cadastrar("Ana")
cadastrar("Bruno")
candidatos = listar()
print("Candidatos:", candidatos)
print("Total:", len(candidatos))   # processamento
</a:t>
            </a:r>
            <a:r>
              <a:rPr lang="en-US" sz="170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excluir tudo, se solicitado:
</a:t>
            </a:r>
            <a:r>
              <a:rPr lang="en-US" sz="170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input("Apagar? (s/n) ") == "s":
    os.remove(ARQ)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arquivo, PROCESSA (conta os registros) e EXCLUI se pedido. 📌 Entrega no GitHub (aula05/).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&amp; entrega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entrega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Salve 5 nomes num arquivo e depois leia e exiba todos.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Escreva uma função soma(a, b) com return e docstring.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Função que lê um arquivo e retorna quantas linhas ele tem.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Menu: cadastrar, listar, excluir — usando funções e arquivo.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i="1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Lista de Atividades da UC1 (Funções: definição, retorno, parâmetros, docstring).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 com modos r / w / a, sempre com with.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Escrever (write), ler (read/for), exibir e excluir (os.remove) arquivos.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Funções: def, parâmetros, return e docstring.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Projeto: dados persistidos em arquivo e processados por funções.</a:t>
            </a:r>
            <a:endParaRPr lang="en-US" sz="200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organizar tudo em objetos — introdução à POO (transações bancárias).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05 — Arquivos e Funções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3A180B30-A2D7-4158-BA86-08487E5149E8}"/>
</file>

<file path=customXml/itemProps2.xml><?xml version="1.0" encoding="utf-8"?>
<ds:datastoreItem xmlns:ds="http://schemas.openxmlformats.org/officeDocument/2006/customXml" ds:itemID="{A0BFD895-D647-4FE4-AFD6-063F455CE354}"/>
</file>

<file path=customXml/itemProps3.xml><?xml version="1.0" encoding="utf-8"?>
<ds:datastoreItem xmlns:ds="http://schemas.openxmlformats.org/officeDocument/2006/customXml" ds:itemID="{108517BD-00BC-4D15-B344-49C35CF05B68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2026-09-15T12:27:12Z</dcterms:created>
  <dcterms:modified xsi:type="dcterms:W3CDTF">2026-09-16T21:08:23Z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