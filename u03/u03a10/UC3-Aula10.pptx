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1" r:id="rId4"/>
    <p:sldId id="262" r:id="rId5"/>
    <p:sldId id="263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8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32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1463040" cy="128016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EM PYTHON · SENAC-RJ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10 — Componentes,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e Nova App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Back-end com Python  ·  Projeto SneakZone  ·  4h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A0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partials · {% include %} · Bootstrap · static · imagens · app nova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sai sabendo hoje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objetivos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partials e componentes reutilizáveis com {% include %}.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Estilizar o componente com Bootstrap.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Trabalhar com arquivos static e imagens no projeto.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uma nova app e migrar a página de contato para ela.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Reutilizar o mesmo card na Home e em Produtos.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reutilizável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card, escrito uma vez só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o produto_card.html (versão simples)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partial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5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core/templates/core/partials/produto_card.html --&gt;
</a:t>
            </a:r>
            <a:r>
              <a:rPr lang="en-US" sz="15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
  &lt;div class="card-body"&gt;
    &lt;h5&gt;{{ produto.nome }}&lt;/h5&gt;
    &lt;p&gt;{{ produto.descricao }}&lt;/p&gt;
    &lt;p&gt;R$ {{ produto.preco|floatformat:2 }}&lt;/p&gt;
  &lt;/div&gt;
&lt;/div&gt;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simples de propósito — depois evoluímos com Bootstrap.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Usando o componente em produtos.html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include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5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produto in produtos %}
    {% include 'core/partials/produto_card.html' %}
{% endfor %}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for entrega cada 'produto'; o include reaproveita o mesmo card para todos.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fluxo do componente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4480560"/>
          </a:xfrm>
          <a:prstGeom prst="roundRect">
            <a:avLst>
              <a:gd name="adj" fmla="val 2041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104241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produtos.html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produto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produto_card.html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no componente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Deixar o card bonito sem virar aula de CSS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Evoluindo o card com Bootstrap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bootstrap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74904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 h-100 shadow-sm"&gt;
  &lt;div class="card-body"&gt;
    &lt;span class="badge bg-secondary mb-2"&gt;{{ produto.categoria }}&lt;/span&gt;
    &lt;h5 class="card-title"&gt;{{ produto.nome }}&lt;/h5&gt;
    &lt;p class="card-text"&gt;{{ produto.descricao }}&lt;/p&gt;
    &lt;h5 class="fw-bold"&gt;R$ {{ produto.preco|floatformat:2 }}&lt;/h5&gt;
    {% if produto.estoque &gt; 0 %}
      &lt;span class="badge bg-success"&gt;Disponivel&lt;/span&gt;
    {% else %}
      &lt;span class="badge bg-danger"&gt;Esgotado&lt;/span&gt;
    {% endif %}
    &lt;div class="mt-3"&gt;
      &lt;a href="{% url 'produto_detalhe' produto.id %}" class="btn btn-primary"&gt;Ver detalhes&lt;/a&gt;
    &lt;/div&gt;
  &lt;/div&gt;
&lt;/div&gt;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tudo de uma vez: variáveis, if, filtros, {% url %}, Bootstrap — sem criar aula paralela de CSS.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Organizando os cards no grid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grid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class="row g-4"&gt;
  {% for produto in produtos %}
    &lt;div class="col-md-4"&gt;
      {% include 'core/partials/produto_card.html' %}
    &lt;/div&gt;
  {% empty %}
    &lt;div class="col-12"&gt;&lt;div class="alert alert-warning"&gt;Nenhum produto encontrado.&lt;/div&gt;&lt;/div&gt;
  {% endfor %}
&lt;/div&gt;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(grid) + Django Template (for/empty) trabalhando juntos.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× App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Migrando o Contato do core para uma app própria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projeto pode ter várias apps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
├── core       (home, produtos, sobre...)
└── contato    (a app que vamos criar)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agora vivemos dentro do core. Mas cada 'parte' do sistema pode ser uma app.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ideia: a feature Contato cresceu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refatoração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o 'contato' mora dentro do core (view + rota que fizemos na Aula 9).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EXTRAIR o contato para uma app só dele — organização à medida que o sistema cresce.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Importante: é MOVER, não duplicar. O contato sai do core e nasce na nova app.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Criar a app — e o que o Django gera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manage.py startapp contato
contato/
</a:t>
            </a:r>
            <a:r>
              <a:rPr lang="en-US" sz="15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admin.py      # administracao
├── apps.py       # configuracao
├── migrations/   # controle do banco
├── models.py     # modelos/banco
├── tests.py      # testes
└── views.py      # logica das paginas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urls.py NÃO vem pronto — nós criamos (igual fizemos no core na Aula 9).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O passo a passo da migração (core → contato)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passos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Remover do core: a rota contato do core/urls.py, a view contato e o template.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'contato' no INSTALLED_APPS (settings.py) — senão a app não carrega.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contato/urls.py, contato/views.py e contato/templates/contato/contato.html.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projeto: path('contato/', include('contato.urls')).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a app e incluir no projeto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config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sneakzone/settings.py
</a:t>
            </a: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INSTALLED_APPS = [
    ...
    "core",
    "contato",   # &lt;- a nova app
]
</a:t>
            </a:r>
            <a:r>
              <a:rPr lang="en-US" sz="14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sneakzone/urls.py
</a:t>
            </a: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urlpatterns = [
    path("admin/", admin.site.urls),
    path("", include("core.urls")),
    path("contato/", include("contato.urls")),
]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registrar em INSTALLED_APPS, o Django não acha o template nem as urls da app.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app contato por dentro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contato/urls.py
</a:t>
            </a:r>
            <a:r>
              <a:rPr lang="en-US" sz="14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django.urls import path
from . import views
urlpatterns = [ path('', views.contato, name='contato') ]
</a:t>
            </a:r>
            <a:r>
              <a:rPr lang="en-US" sz="14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contato/views.py
</a:t>
            </a:r>
            <a:r>
              <a:rPr lang="en-US" sz="14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contato(request):
    return render(request, 'contato/contato.html')
</a:t>
            </a:r>
            <a:r>
              <a:rPr lang="en-US" sz="14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contato/templates/contato/contato.html --&gt;
</a:t>
            </a:r>
            <a:r>
              <a:rPr lang="en-US" sz="14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'core/base.html' %}
{% block content %}&lt;h1&gt;Contato&lt;/h1&gt;{% endblock %}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estrutura do core: urls → view → template. A app é uma 'mini-aplicação'.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🏅 O momento de ouro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URLs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link da navbar continua exatamente igual:</a:t>
            </a:r>
            <a:r>
              <a:rPr lang="en-US" sz="1800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href="{% url 'contato' %}"&gt;Contato&lt;/a&gt;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Mudamos a feature de app inteira — e NENHUM link quebrou.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prova de por que usamos URLs nomeadas (Aula 9): o name não muda, o endereço pode mudar.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× App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PROJETO
</a:t>
            </a:r>
            <a:r>
              <a:rPr lang="en-US" sz="15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│
       ┌────────┴────────┐
       │                 │
</a:t>
            </a: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core            contato
</a:t>
            </a:r>
            <a:r>
              <a:rPr lang="en-US" sz="15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│                 │
</a:t>
            </a: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urls.py           urls.py
</a:t>
            </a:r>
            <a:r>
              <a:rPr lang="en-US" sz="15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│                 │
</a:t>
            </a: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views.py          views.py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Diferença? Projeto = o sistema inteiro. App = uma parte funcional do sistema.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&amp; imagens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próprios arquivos na aplicação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vêm os arquivos? — static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static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5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Bootstrap veio do CDN (https://cdn.jsdelivr.net/...)
# e os NOSSOS arquivos?  -&gt;  static/
</a:t>
            </a:r>
            <a:r>
              <a:rPr lang="en-US" sz="15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core/
</a:t>
            </a:r>
            <a:r>
              <a:rPr lang="en-US" sz="15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static/
    └── core/
        ├── css/
        └── images/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= arquivos da interface (CSS, JS, imagens, ícones) — não são dados do banco.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Usando um arquivo static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static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5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load static %}
&lt;img src="{% static 'core/images/air-run.jpg' %}"
     class="img-fluid" alt="Tenis"&gt;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{% load static %} habilita a tag {% static %}, que monta o caminho certo do arquivo.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dinâmica no produto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imagem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produto:  "imagem": "core/images/air-run.jpg"
</a:t>
            </a: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5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no produto_card.html --&gt;
</a:t>
            </a: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load static %}   &lt;!-- precisa estar AQUI, no proprio partial --&gt;
&lt;img src="{% static produto.imagem %}"
     class="card-img-top" alt="{{ produto.nome }}"&gt;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produto.imagem → {% static %} → arquivo → &lt;img&gt;. Prepara o terreno para o upload (Aula 15).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Reutilizar na Home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card em dois lugares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reaproveita o produto_card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home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load static %}
&lt;h2 class="mb-4"&gt;Produtos em destaque&lt;/h2&gt;
&lt;div class="row g-4"&gt;
  {% for produto in produtos|slice:':3' %}
    &lt;div class="col-md-4"&gt;
      {% include 'core/partials/produto_card.html' %}
    &lt;/div&gt;
  {% endfor %}
&lt;/div&gt;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slice:':3' mostra só 3 produtos. Lembrete: a view home precisa mandar 'produtos' no context.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está o HTML do card?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produto_card.html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↑
             ┌──────┴──────┐
             │             │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Home         Produtos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Em quantos lugares escrevemos o card? Em um só. Esse é o principal aprendizado da aula.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&amp; fecho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a vitrine do SneakZone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&amp; próximos passos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fecho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(partial) + {% include %} = um card escrito uma vez, usado em toda parte.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estiliza o componente; static serve nossos arquivos (CSS, imagens).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tem várias apps — migramos o contato do core para uma app própria.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nomeadas seguraram os links mesmo mudando a feature de app.</a:t>
            </a:r>
            <a:endParaRPr lang="en-US" sz="1900" dirty="0"/>
          </a:p>
          <a:p>
            <a:pPr marL="342900" indent="-342900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Próxima aula: Models + banco de dados — os produtos saem do código e vão para o banco.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10 — Componentes, Static &amp; Apps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2047</Words>
  <Application>Microsoft Office PowerPoint</Application>
  <PresentationFormat>Widescreen</PresentationFormat>
  <Paragraphs>176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0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Mario Alberto Aragao Duarte</cp:lastModifiedBy>
  <cp:revision>2</cp:revision>
  <dcterms:created xsi:type="dcterms:W3CDTF">2026-09-24T21:24:13Z</dcterms:created>
  <dcterms:modified xsi:type="dcterms:W3CDTF">2026-09-25T19:35:40Z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2026-09-25T19:35:40Z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f4b5b7c5-a069-4da2-b378-0e51ede3996f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