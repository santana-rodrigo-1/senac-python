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08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04 — Coleções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Python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· tuplas · dicionários — e o cadastro de candidatos da JWC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— por que coleções?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JWC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aula passada fizemos o programa repetir (for e while).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Para guardar 10 nomes, eu preciso criar 10 </a:t>
            </a:r>
            <a:r>
              <a:rPr lang="en-US" sz="2000" b="1" dirty="0" err="1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</a:t>
            </a:r>
            <a:r>
              <a:rPr lang="en-US" sz="2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04 — Coleções em 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sai sabendo hoje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objetivos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que é uma coleção e quando usar.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listas, tuplas e dicionários.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Manipular listas e dicionários (adicionar, remover, percorrer).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as três e escolher a certa para cada caso.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tudo no cadastro de candidatos da JWC.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04 — Coleções em 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coleção mais usada — ordenada e que pode mudar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— criar e acessar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lista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 = ["Ana", "Joao", "Carlos"]
print(nomes)        # a lista inteira
print(nomes[0])     # Ana  (indice comeca em 0)
print(nomes[-1])    # Carlos (ultimo)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cria a lista. O índice começa em 0 — nomes[0] é o primeiro.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04 — Coleções em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— manipular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nomes.append("Maria")   # adiciona no fim
nomes.remove("Joao")    # remove pelo valor
print(len(nomes))       # quantos itens tem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adiciona, remove tira, len() conta. A lista muda de tamanho (é mutável).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04 — Coleções em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— percorrer com for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exercício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nome in nomes:
    print(nome)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for percorre item a item — sem precisar saber quantos são. Aqui o for da Aula 3 encontra as coleções.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04 — Coleções em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Tuplas &amp; Dicionários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que não mudam e dados com nome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Tuplas — coleção que não muda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tupla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cores = ("azul", "verde", "vermelho")
print(cores[0])     # azul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cores[0] = "rosa"  -&gt;  ERRO: tupla e imutavel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tupla quando os dados NÃO devem ser alterados (ex.: dias da semana, coordenadas).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04 — Coleções em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Dicionários — dados com nome (chave → valor)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dict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 = {
    "nome": "Ana",
    "idade": 20,
    "curso": "Python"
}
print(aluno["nome"])   # Ana  (acesso pela CHAVE)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de posição (índice), você acessa pelo nome da informação — a chave.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04 — Coleções em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Dicionários — alterar, incluir, percorrer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aluno["idade"] = 21              # altera
aluno["cidade"] = "Rio de Janeiro"  # inclui nova chave
for chave, valor in aluno.items():
    print(chave, valor)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.items() entrega chave e valor juntos no for.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04 — Coleções em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× Tupla × Dicionário — quando usar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comparação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72800" cy="35661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Tupla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Dicionário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Sintaxe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 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 }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Muda?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 (mutável)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(imutável)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 [0]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 [0]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chave  ["nome"]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 para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coleção que cresce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dados fixos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pares nome → valor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04 — Coleções em Python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 e a plataforma CodinGame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 (dificuldade crescente)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exercícios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Crie uma lista com 5 nomes e exiba todos com for.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Adicione e remova elementos dessa lista; mostre o tamanho.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Crie uma tupla com 3 cidades e acesse a primeira.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Crie um dicionário representando um aluno (nome, idade, curso).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Percorra o dicionário exibindo chave e valor com .items().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04 — Coleções em 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&amp; próximos passos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fecho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— ordenada e mutável (append, remove, len, for).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Tupla — imutável, para dados fixos.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 — pares chave → valor; acesso por nome; .items().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lista de dicionários já representa um cadastro real (candidatos da JWC).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Próxima aula: guardar esses dados em arquivos (ler e escrever) + funções.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04 — Coleções em 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369E130C-62A3-4B6E-A79D-65824B8BC42B}"/>
</file>

<file path=customXml/itemProps2.xml><?xml version="1.0" encoding="utf-8"?>
<ds:datastoreItem xmlns:ds="http://schemas.openxmlformats.org/officeDocument/2006/customXml" ds:itemID="{ABE6A5AD-4414-44D8-A587-FA2931C02B43}"/>
</file>

<file path=customXml/itemProps3.xml><?xml version="1.0" encoding="utf-8"?>
<ds:datastoreItem xmlns:ds="http://schemas.openxmlformats.org/officeDocument/2006/customXml" ds:itemID="{0BD57B38-0E85-4AE8-99B1-1BD579C4C48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Application>Microsoft Office PowerPoint</Application>
  <PresentationFormat>Widescreen</PresentationFormat>
  <Paragraphs>120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Mario Alberto Aragao Duarte</cp:lastModifiedBy>
  <cp:revision>2</cp:revision>
  <dcterms:created xsi:type="dcterms:W3CDTF">2026-09-14T11:22:40Z</dcterms:created>
  <dcterms:modified xsi:type="dcterms:W3CDTF">2026-09-14T11:30:57Z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2026-09-14T11:30:57Z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11fe429c-3694-4a14-8c7d-606cf126634f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</Properties>
</file>